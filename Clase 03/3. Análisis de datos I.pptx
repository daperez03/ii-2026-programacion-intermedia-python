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69" r:id="rId3"/>
    <p:sldId id="318" r:id="rId4"/>
    <p:sldId id="319" r:id="rId5"/>
    <p:sldId id="308" r:id="rId6"/>
    <p:sldId id="321" r:id="rId7"/>
    <p:sldId id="310" r:id="rId8"/>
    <p:sldId id="324" r:id="rId9"/>
    <p:sldId id="327" r:id="rId10"/>
    <p:sldId id="325" r:id="rId11"/>
    <p:sldId id="328" r:id="rId12"/>
    <p:sldId id="329" r:id="rId13"/>
    <p:sldId id="330" r:id="rId14"/>
    <p:sldId id="30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43C6CC-69DF-4FAA-9CA1-84D9726B6858}" v="89" dt="2026-07-29T15:33:51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49" d="100"/>
          <a:sy n="49" d="100"/>
        </p:scale>
        <p:origin x="58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7-29T17:58:40.467" v="2696" actId="20577"/>
      <pc:docMkLst>
        <pc:docMk/>
      </pc:docMkLst>
      <pc:sldChg chg="modSp mo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807559037" sldId="25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807559037" sldId="256"/>
            <ac:spMk id="3" creationId="{169D2767-C243-3E7C-4D5B-39E139A139A7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885970478" sldId="269"/>
            <ac:spMk id="2" creationId="{CFC98DB1-9D18-44EB-3FAD-115B8F760B2F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7-29T15:24:47.504" v="2608" actId="790"/>
          <ac:graphicFrameMkLst>
            <pc:docMk/>
            <pc:sldMk cId="1885970478" sldId="269"/>
            <ac:graphicFrameMk id="14" creationId="{D9AF9844-44B7-FB1C-EEB5-4DAEC1DC78E9}"/>
          </ac:graphicFrameMkLst>
        </pc:graphicFrameChg>
      </pc:sldChg>
      <pc:sldChg chg="modSp add del mod">
        <pc:chgData name="DANIEL ALBERTO PEREZ MORERA" userId="b71f61fa-2a10-40af-a76c-06b5b43d475d" providerId="ADAL" clId="{CCE38196-6549-48A5-B8F0-4FE1DF2DB2E5}" dt="2026-07-29T15:40:48.915" v="2684" actId="20577"/>
        <pc:sldMkLst>
          <pc:docMk/>
          <pc:sldMk cId="1100032990" sldId="305"/>
        </pc:sldMkLst>
        <pc:spChg chg="mod">
          <ac:chgData name="DANIEL ALBERTO PEREZ MORERA" userId="b71f61fa-2a10-40af-a76c-06b5b43d475d" providerId="ADAL" clId="{CCE38196-6549-48A5-B8F0-4FE1DF2DB2E5}" dt="2026-07-29T15:40:48.915" v="2684" actId="20577"/>
          <ac:spMkLst>
            <pc:docMk/>
            <pc:sldMk cId="1100032990" sldId="305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100032990" sldId="305"/>
            <ac:spMk id="3" creationId="{8A74FB23-DAA6-14D7-0050-88F3EA357EC9}"/>
          </ac:spMkLst>
        </pc:spChg>
        <pc:spChg chg="mod">
          <ac:chgData name="DANIEL ALBERTO PEREZ MORERA" userId="b71f61fa-2a10-40af-a76c-06b5b43d475d" providerId="ADAL" clId="{CCE38196-6549-48A5-B8F0-4FE1DF2DB2E5}" dt="2026-07-29T15:33:17.495" v="2640" actId="6549"/>
          <ac:spMkLst>
            <pc:docMk/>
            <pc:sldMk cId="1100032990" sldId="305"/>
            <ac:spMk id="4" creationId="{64687C0E-691B-B645-B7C4-6B3824BDED19}"/>
          </ac:spMkLst>
        </pc:spChg>
      </pc:sldChg>
      <pc:sldChg chg="addSp delSp modSp add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3473494130" sldId="307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73494130" sldId="307"/>
            <ac:spMk id="2" creationId="{4B3D4835-ACAF-D1EC-277D-2B538C10466D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73494130" sldId="307"/>
            <ac:spMk id="8" creationId="{23577784-F419-2506-E021-C29A1BE7B198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73494130" sldId="307"/>
            <ac:spMk id="10" creationId="{75F50179-FCC6-27E2-645E-8570017AA657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73494130" sldId="307"/>
            <ac:spMk id="12" creationId="{74DACB59-BDE2-B0C9-E5C3-7D243CE2071F}"/>
          </ac:spMkLst>
        </pc:spChg>
      </pc:sldChg>
      <pc:sldChg chg="addSp delSp modSp new mod or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283681743" sldId="308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283681743" sldId="308"/>
            <ac:spMk id="2" creationId="{6BEBCC3E-8742-532B-55F1-E1FDB3A9CBC5}"/>
          </ac:spMkLst>
        </pc:spChg>
        <pc:spChg chg="del mod">
          <ac:chgData name="DANIEL ALBERTO PEREZ MORERA" userId="b71f61fa-2a10-40af-a76c-06b5b43d475d" providerId="ADAL" clId="{CCE38196-6549-48A5-B8F0-4FE1DF2DB2E5}" dt="2026-07-29T13:17:59.899" v="2078" actId="478"/>
          <ac:spMkLst>
            <pc:docMk/>
            <pc:sldMk cId="283681743" sldId="308"/>
            <ac:spMk id="3" creationId="{578B4370-059C-431E-5503-9E8D5A18DA54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283681743" sldId="308"/>
            <ac:spMk id="5" creationId="{230A6F0D-5AA3-F452-90CB-26C682C8F36B}"/>
          </ac:spMkLst>
        </pc:spChg>
        <pc:spChg chg="add 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283681743" sldId="308"/>
            <ac:spMk id="6" creationId="{3B046909-1764-012D-CCA7-4C41A3583AC6}"/>
          </ac:spMkLst>
        </pc:spChg>
        <pc:spChg chg="add del mod">
          <ac:chgData name="DANIEL ALBERTO PEREZ MORERA" userId="b71f61fa-2a10-40af-a76c-06b5b43d475d" providerId="ADAL" clId="{CCE38196-6549-48A5-B8F0-4FE1DF2DB2E5}" dt="2026-07-29T13:18:21.845" v="2080" actId="22"/>
          <ac:spMkLst>
            <pc:docMk/>
            <pc:sldMk cId="283681743" sldId="308"/>
            <ac:spMk id="8" creationId="{374A5CE1-4158-19B2-116D-489B624CEFFB}"/>
          </ac:spMkLst>
        </pc:spChg>
        <pc:spChg chg="add del mod">
          <ac:chgData name="DANIEL ALBERTO PEREZ MORERA" userId="b71f61fa-2a10-40af-a76c-06b5b43d475d" providerId="ADAL" clId="{CCE38196-6549-48A5-B8F0-4FE1DF2DB2E5}" dt="2026-07-29T13:18:34.191" v="2082" actId="22"/>
          <ac:spMkLst>
            <pc:docMk/>
            <pc:sldMk cId="283681743" sldId="308"/>
            <ac:spMk id="12" creationId="{9C7C3474-E85E-373D-25CF-D8D53F49C06F}"/>
          </ac:spMkLst>
        </pc:spChg>
        <pc:spChg chg="add del mod">
          <ac:chgData name="DANIEL ALBERTO PEREZ MORERA" userId="b71f61fa-2a10-40af-a76c-06b5b43d475d" providerId="ADAL" clId="{CCE38196-6549-48A5-B8F0-4FE1DF2DB2E5}" dt="2026-07-29T13:19:34.593" v="2087" actId="22"/>
          <ac:spMkLst>
            <pc:docMk/>
            <pc:sldMk cId="283681743" sldId="308"/>
            <ac:spMk id="17" creationId="{FAE29E6F-D5DF-AF6D-43A9-4F9FEA0E0E84}"/>
          </ac:spMkLst>
        </pc:spChg>
        <pc:picChg chg="add del mod ord">
          <ac:chgData name="DANIEL ALBERTO PEREZ MORERA" userId="b71f61fa-2a10-40af-a76c-06b5b43d475d" providerId="ADAL" clId="{CCE38196-6549-48A5-B8F0-4FE1DF2DB2E5}" dt="2026-07-29T13:18:29.037" v="2081" actId="478"/>
          <ac:picMkLst>
            <pc:docMk/>
            <pc:sldMk cId="283681743" sldId="308"/>
            <ac:picMk id="10" creationId="{43CEBE3C-2B96-312D-7CC3-42392460F218}"/>
          </ac:picMkLst>
        </pc:picChg>
        <pc:picChg chg="add mod ord">
          <ac:chgData name="DANIEL ALBERTO PEREZ MORERA" userId="b71f61fa-2a10-40af-a76c-06b5b43d475d" providerId="ADAL" clId="{CCE38196-6549-48A5-B8F0-4FE1DF2DB2E5}" dt="2026-07-29T13:18:34.191" v="2082" actId="22"/>
          <ac:picMkLst>
            <pc:docMk/>
            <pc:sldMk cId="283681743" sldId="308"/>
            <ac:picMk id="14" creationId="{D5E2B57D-DDCF-8CF4-94D4-551C2C4499C2}"/>
          </ac:picMkLst>
        </pc:picChg>
        <pc:picChg chg="add del mod ord">
          <ac:chgData name="DANIEL ALBERTO PEREZ MORERA" userId="b71f61fa-2a10-40af-a76c-06b5b43d475d" providerId="ADAL" clId="{CCE38196-6549-48A5-B8F0-4FE1DF2DB2E5}" dt="2026-07-29T13:17:59.899" v="2078" actId="478"/>
          <ac:picMkLst>
            <pc:docMk/>
            <pc:sldMk cId="283681743" sldId="308"/>
            <ac:picMk id="16" creationId="{2794EBE5-6E06-182C-D8DC-1523DABF1655}"/>
          </ac:picMkLst>
        </pc:picChg>
        <pc:picChg chg="add mod ord">
          <ac:chgData name="DANIEL ALBERTO PEREZ MORERA" userId="b71f61fa-2a10-40af-a76c-06b5b43d475d" providerId="ADAL" clId="{CCE38196-6549-48A5-B8F0-4FE1DF2DB2E5}" dt="2026-07-29T13:19:34.593" v="2087" actId="22"/>
          <ac:picMkLst>
            <pc:docMk/>
            <pc:sldMk cId="283681743" sldId="308"/>
            <ac:picMk id="19" creationId="{8748AD65-5C54-64DB-8C72-CCA835E4F309}"/>
          </ac:picMkLst>
        </pc:picChg>
        <pc:picChg chg="add del mod ord">
          <ac:chgData name="DANIEL ALBERTO PEREZ MORERA" userId="b71f61fa-2a10-40af-a76c-06b5b43d475d" providerId="ADAL" clId="{CCE38196-6549-48A5-B8F0-4FE1DF2DB2E5}" dt="2026-07-29T13:19:33.083" v="2086" actId="478"/>
          <ac:picMkLst>
            <pc:docMk/>
            <pc:sldMk cId="283681743" sldId="308"/>
            <ac:picMk id="22" creationId="{F091B22F-13C7-3CB1-C2F2-5A2158A51A07}"/>
          </ac:picMkLst>
        </pc:picChg>
      </pc:sldChg>
      <pc:sldChg chg="addSp delSp modSp add del mod or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2599257027" sldId="309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599257027" sldId="309"/>
            <ac:spMk id="2" creationId="{89BFA024-C16B-BD50-A44F-05A538E89399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599257027" sldId="309"/>
            <ac:spMk id="3" creationId="{75896735-A649-E1B8-C773-56282CF73DE5}"/>
          </ac:spMkLst>
        </pc:spChg>
      </pc:sldChg>
      <pc:sldChg chg="addSp delSp modSp add mod or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3682431192" sldId="310"/>
        </pc:sldMkLst>
        <pc:spChg chg="del mod">
          <ac:chgData name="DANIEL ALBERTO PEREZ MORERA" userId="b71f61fa-2a10-40af-a76c-06b5b43d475d" providerId="ADAL" clId="{CCE38196-6549-48A5-B8F0-4FE1DF2DB2E5}" dt="2026-07-29T14:26:11.719" v="2221" actId="478"/>
          <ac:spMkLst>
            <pc:docMk/>
            <pc:sldMk cId="3682431192" sldId="310"/>
            <ac:spMk id="2" creationId="{2CAD0301-05C6-1DD4-B092-5B95686448C3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682431192" sldId="310"/>
            <ac:spMk id="3" creationId="{3341ADD4-D02A-BF65-1973-E813A0F503A5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682431192" sldId="310"/>
            <ac:spMk id="5" creationId="{B57F7C78-14CF-374E-C1A5-D808C5591E56}"/>
          </ac:spMkLst>
        </pc:spChg>
        <pc:spChg chg="add del mod">
          <ac:chgData name="DANIEL ALBERTO PEREZ MORERA" userId="b71f61fa-2a10-40af-a76c-06b5b43d475d" providerId="ADAL" clId="{CCE38196-6549-48A5-B8F0-4FE1DF2DB2E5}" dt="2026-07-29T14:24:33.932" v="2198" actId="22"/>
          <ac:spMkLst>
            <pc:docMk/>
            <pc:sldMk cId="3682431192" sldId="310"/>
            <ac:spMk id="6" creationId="{C1800275-2D37-49D2-98E0-94AF35B18593}"/>
          </ac:spMkLst>
        </pc:spChg>
        <pc:spChg chg="add 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682431192" sldId="310"/>
            <ac:spMk id="12" creationId="{DC8DEF42-493C-7391-AC6F-EF3EBF415135}"/>
          </ac:spMkLst>
        </pc:spChg>
        <pc:spChg chg="add del mod">
          <ac:chgData name="DANIEL ALBERTO PEREZ MORERA" userId="b71f61fa-2a10-40af-a76c-06b5b43d475d" providerId="ADAL" clId="{CCE38196-6549-48A5-B8F0-4FE1DF2DB2E5}" dt="2026-07-29T14:26:47.788" v="2224" actId="22"/>
          <ac:spMkLst>
            <pc:docMk/>
            <pc:sldMk cId="3682431192" sldId="310"/>
            <ac:spMk id="14" creationId="{88C4FF3C-F701-7ACB-157A-00A353863498}"/>
          </ac:spMkLst>
        </pc:spChg>
        <pc:picChg chg="del">
          <ac:chgData name="DANIEL ALBERTO PEREZ MORERA" userId="b71f61fa-2a10-40af-a76c-06b5b43d475d" providerId="ADAL" clId="{CCE38196-6549-48A5-B8F0-4FE1DF2DB2E5}" dt="2026-07-29T14:24:32.413" v="2197" actId="478"/>
          <ac:picMkLst>
            <pc:docMk/>
            <pc:sldMk cId="3682431192" sldId="310"/>
            <ac:picMk id="8" creationId="{ED2154A9-8186-4B01-5FB2-DAB754DFA522}"/>
          </ac:picMkLst>
        </pc:picChg>
        <pc:picChg chg="add mod">
          <ac:chgData name="DANIEL ALBERTO PEREZ MORERA" userId="b71f61fa-2a10-40af-a76c-06b5b43d475d" providerId="ADAL" clId="{CCE38196-6549-48A5-B8F0-4FE1DF2DB2E5}" dt="2026-07-29T14:24:33.932" v="2198" actId="22"/>
          <ac:picMkLst>
            <pc:docMk/>
            <pc:sldMk cId="3682431192" sldId="310"/>
            <ac:picMk id="9" creationId="{D3CB3854-FA8D-17F8-8D49-5435249D00DE}"/>
          </ac:picMkLst>
        </pc:picChg>
        <pc:picChg chg="del">
          <ac:chgData name="DANIEL ALBERTO PEREZ MORERA" userId="b71f61fa-2a10-40af-a76c-06b5b43d475d" providerId="ADAL" clId="{CCE38196-6549-48A5-B8F0-4FE1DF2DB2E5}" dt="2026-07-29T14:26:11.719" v="2221" actId="478"/>
          <ac:picMkLst>
            <pc:docMk/>
            <pc:sldMk cId="3682431192" sldId="310"/>
            <ac:picMk id="10" creationId="{F59CC65D-2AF7-B267-150B-E35B7AB18640}"/>
          </ac:picMkLst>
        </pc:picChg>
        <pc:picChg chg="add del">
          <ac:chgData name="DANIEL ALBERTO PEREZ MORERA" userId="b71f61fa-2a10-40af-a76c-06b5b43d475d" providerId="ADAL" clId="{CCE38196-6549-48A5-B8F0-4FE1DF2DB2E5}" dt="2026-07-29T14:26:13.015" v="2223" actId="22"/>
          <ac:picMkLst>
            <pc:docMk/>
            <pc:sldMk cId="3682431192" sldId="310"/>
            <ac:picMk id="16" creationId="{F848F1DB-92AE-AEE9-D8F0-D366809E7AFF}"/>
          </ac:picMkLst>
        </pc:picChg>
        <pc:picChg chg="add mod ord">
          <ac:chgData name="DANIEL ALBERTO PEREZ MORERA" userId="b71f61fa-2a10-40af-a76c-06b5b43d475d" providerId="ADAL" clId="{CCE38196-6549-48A5-B8F0-4FE1DF2DB2E5}" dt="2026-07-29T14:26:47.788" v="2224" actId="22"/>
          <ac:picMkLst>
            <pc:docMk/>
            <pc:sldMk cId="3682431192" sldId="310"/>
            <ac:picMk id="18" creationId="{E93673BB-F888-405E-EA8A-3B55B11D48CF}"/>
          </ac:picMkLst>
        </pc:picChg>
      </pc:sldChg>
      <pc:sldChg chg="addSp delSp modSp new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3433861948" sldId="311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33861948" sldId="311"/>
            <ac:spMk id="2" creationId="{F3E7F882-D030-7EAA-3E12-40ABCE0EBEC8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33861948" sldId="311"/>
            <ac:spMk id="3" creationId="{7CE17918-7373-FB21-923F-4F2E8BE03D18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433861948" sldId="311"/>
            <ac:spMk id="5" creationId="{54EB5F98-9335-805A-B623-47ACB36C5C42}"/>
          </ac:spMkLst>
        </pc:spChg>
      </pc:sldChg>
      <pc:sldChg chg="modSp new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663064898" sldId="312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663064898" sldId="312"/>
            <ac:spMk id="2" creationId="{528FB57D-86A7-E657-8347-DBD8ADD787BF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663064898" sldId="312"/>
            <ac:spMk id="3" creationId="{B0812211-A655-DF5B-E603-53B08058BE5C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663064898" sldId="312"/>
            <ac:spMk id="4" creationId="{750B6563-4469-DAEC-7145-474EC694CFAB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663064898" sldId="312"/>
            <ac:spMk id="5" creationId="{965A35C0-347C-141D-5823-49FAFB7E8AC9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663064898" sldId="312"/>
            <ac:spMk id="6" creationId="{BBB60C46-7F22-12BC-2348-92DFDA8268E4}"/>
          </ac:spMkLst>
        </pc:spChg>
      </pc:sldChg>
      <pc:sldChg chg="addSp delSp modSp new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1618512541" sldId="314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1618512541" sldId="314"/>
            <ac:spMk id="2" creationId="{B7051B79-3ED8-1F14-65E9-D5CA163B2E62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1618512541" sldId="314"/>
            <ac:spMk id="3" creationId="{8AB713B5-459F-7DFA-1BF2-792E6ED9AC2F}"/>
          </ac:spMkLst>
        </pc:spChg>
      </pc:sldChg>
      <pc:sldChg chg="addSp delSp modSp add del mod or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4187039970" sldId="315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4187039970" sldId="315"/>
            <ac:spMk id="2" creationId="{9CDA76B1-7A6B-9405-E128-A4C700AEDAEB}"/>
          </ac:spMkLst>
        </pc:spChg>
      </pc:sldChg>
      <pc:sldChg chg="addSp delSp modSp new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2547365387" sldId="316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547365387" sldId="316"/>
            <ac:spMk id="2" creationId="{0926C549-CD27-B6B0-E058-AC0BA7BDE80B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547365387" sldId="316"/>
            <ac:spMk id="3" creationId="{0BD7A08E-5D8B-07B1-EEF1-4A5467CC6053}"/>
          </ac:spMkLst>
        </pc:spChg>
      </pc:sldChg>
      <pc:sldChg chg="addSp delSp modSp new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3658680561" sldId="317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658680561" sldId="317"/>
            <ac:spMk id="2" creationId="{73369A51-1452-2C70-AC5B-72765A8F2186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3658680561" sldId="317"/>
            <ac:spMk id="3" creationId="{84E34B0E-8F82-C6B4-12C1-A74847272FC4}"/>
          </ac:spMkLst>
        </pc:spChg>
      </pc:sldChg>
      <pc:sldChg chg="modSp add mo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4119019181" sldId="318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4119019181" sldId="318"/>
            <ac:spMk id="2" creationId="{A4F090AE-BA8A-92B0-9079-B9A3E5983FAB}"/>
          </ac:spMkLst>
        </pc:spChg>
        <pc:graphicFrameChg chg="mod modGraphic">
          <ac:chgData name="DANIEL ALBERTO PEREZ MORERA" userId="b71f61fa-2a10-40af-a76c-06b5b43d475d" providerId="ADAL" clId="{CCE38196-6549-48A5-B8F0-4FE1DF2DB2E5}" dt="2026-07-29T15:24:47.504" v="2608" actId="790"/>
          <ac:graphicFrameMkLst>
            <pc:docMk/>
            <pc:sldMk cId="4119019181" sldId="318"/>
            <ac:graphicFrameMk id="14" creationId="{061C446A-50EA-1E13-30F0-CC4640C5B114}"/>
          </ac:graphicFrameMkLst>
        </pc:graphicFrameChg>
      </pc:sldChg>
      <pc:sldChg chg="modSp add mo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3273957438" sldId="319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273957438" sldId="319"/>
            <ac:spMk id="2" creationId="{4C92B368-DDF2-55DB-05C3-012ABC933D1C}"/>
          </ac:spMkLst>
        </pc:spChg>
        <pc:graphicFrameChg chg="mod modGraphic">
          <ac:chgData name="DANIEL ALBERTO PEREZ MORERA" userId="b71f61fa-2a10-40af-a76c-06b5b43d475d" providerId="ADAL" clId="{CCE38196-6549-48A5-B8F0-4FE1DF2DB2E5}" dt="2026-07-29T15:24:47.504" v="2608" actId="790"/>
          <ac:graphicFrameMkLst>
            <pc:docMk/>
            <pc:sldMk cId="3273957438" sldId="319"/>
            <ac:graphicFrameMk id="14" creationId="{EE2DEFCF-35C9-92D3-A73B-3323C47F99CC}"/>
          </ac:graphicFrameMkLst>
        </pc:graphicFrameChg>
      </pc:sldChg>
      <pc:sldChg chg="addSp delSp modSp add del mod">
        <pc:chgData name="DANIEL ALBERTO PEREZ MORERA" userId="b71f61fa-2a10-40af-a76c-06b5b43d475d" providerId="ADAL" clId="{CCE38196-6549-48A5-B8F0-4FE1DF2DB2E5}" dt="2026-07-29T15:53:07.663" v="2685" actId="47"/>
        <pc:sldMkLst>
          <pc:docMk/>
          <pc:sldMk cId="3418841876" sldId="320"/>
        </pc:sldMkLst>
        <pc:spChg chg="del mod">
          <ac:chgData name="DANIEL ALBERTO PEREZ MORERA" userId="b71f61fa-2a10-40af-a76c-06b5b43d475d" providerId="ADAL" clId="{CCE38196-6549-48A5-B8F0-4FE1DF2DB2E5}" dt="2026-07-29T14:05:34.818" v="2090" actId="478"/>
          <ac:spMkLst>
            <pc:docMk/>
            <pc:sldMk cId="3418841876" sldId="320"/>
            <ac:spMk id="2" creationId="{6834D4D9-68D7-C3CC-1C5A-DFEE41E91235}"/>
          </ac:spMkLst>
        </pc:spChg>
        <pc:spChg chg="add 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418841876" sldId="320"/>
            <ac:spMk id="4" creationId="{B58420A0-5F29-3BDE-8434-952D50C48A50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418841876" sldId="320"/>
            <ac:spMk id="5" creationId="{9A6C6492-E614-B2B1-250E-D06EBB7CE40C}"/>
          </ac:spMkLst>
        </pc:spChg>
        <pc:spChg chg="del mod">
          <ac:chgData name="DANIEL ALBERTO PEREZ MORERA" userId="b71f61fa-2a10-40af-a76c-06b5b43d475d" providerId="ADAL" clId="{CCE38196-6549-48A5-B8F0-4FE1DF2DB2E5}" dt="2026-07-29T14:08:14.546" v="2107" actId="478"/>
          <ac:spMkLst>
            <pc:docMk/>
            <pc:sldMk cId="3418841876" sldId="320"/>
            <ac:spMk id="6" creationId="{70C493E6-987A-7E2D-B660-390B3A000E8B}"/>
          </ac:spMkLst>
        </pc:spChg>
        <pc:spChg chg="add 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418841876" sldId="320"/>
            <ac:spMk id="8" creationId="{B8024F47-CE65-6B1F-9F65-D822476E7399}"/>
          </ac:spMkLst>
        </pc:spChg>
        <pc:spChg chg="add del mod">
          <ac:chgData name="DANIEL ALBERTO PEREZ MORERA" userId="b71f61fa-2a10-40af-a76c-06b5b43d475d" providerId="ADAL" clId="{CCE38196-6549-48A5-B8F0-4FE1DF2DB2E5}" dt="2026-07-29T14:10:07.244" v="2116" actId="22"/>
          <ac:spMkLst>
            <pc:docMk/>
            <pc:sldMk cId="3418841876" sldId="320"/>
            <ac:spMk id="10" creationId="{7A4CC017-4378-2FC0-D37D-A85DA38D8A0D}"/>
          </ac:spMkLst>
        </pc:spChg>
        <pc:spChg chg="add del mod">
          <ac:chgData name="DANIEL ALBERTO PEREZ MORERA" userId="b71f61fa-2a10-40af-a76c-06b5b43d475d" providerId="ADAL" clId="{CCE38196-6549-48A5-B8F0-4FE1DF2DB2E5}" dt="2026-07-29T14:12:51.636" v="2129" actId="478"/>
          <ac:spMkLst>
            <pc:docMk/>
            <pc:sldMk cId="3418841876" sldId="320"/>
            <ac:spMk id="17" creationId="{21ECDC06-1E96-411C-B590-B685016CDBD3}"/>
          </ac:spMkLst>
        </pc:spChg>
        <pc:picChg chg="add del">
          <ac:chgData name="DANIEL ALBERTO PEREZ MORERA" userId="b71f61fa-2a10-40af-a76c-06b5b43d475d" providerId="ADAL" clId="{CCE38196-6549-48A5-B8F0-4FE1DF2DB2E5}" dt="2026-07-29T14:10:05.441" v="2115" actId="22"/>
          <ac:picMkLst>
            <pc:docMk/>
            <pc:sldMk cId="3418841876" sldId="320"/>
            <ac:picMk id="12" creationId="{A5E687AE-1E1E-AC49-6635-F2180A7E8829}"/>
          </ac:picMkLst>
        </pc:picChg>
        <pc:picChg chg="del">
          <ac:chgData name="DANIEL ALBERTO PEREZ MORERA" userId="b71f61fa-2a10-40af-a76c-06b5b43d475d" providerId="ADAL" clId="{CCE38196-6549-48A5-B8F0-4FE1DF2DB2E5}" dt="2026-07-29T14:05:34.818" v="2090" actId="478"/>
          <ac:picMkLst>
            <pc:docMk/>
            <pc:sldMk cId="3418841876" sldId="320"/>
            <ac:picMk id="14" creationId="{4523ACFE-DC1E-788E-1A13-C91C63017045}"/>
          </ac:picMkLst>
        </pc:picChg>
        <pc:picChg chg="add del mod ord">
          <ac:chgData name="DANIEL ALBERTO PEREZ MORERA" userId="b71f61fa-2a10-40af-a76c-06b5b43d475d" providerId="ADAL" clId="{CCE38196-6549-48A5-B8F0-4FE1DF2DB2E5}" dt="2026-07-29T14:13:55.711" v="2140" actId="1076"/>
          <ac:picMkLst>
            <pc:docMk/>
            <pc:sldMk cId="3418841876" sldId="320"/>
            <ac:picMk id="15" creationId="{699FBA4D-2EC9-6447-1E1F-F5237841058A}"/>
          </ac:picMkLst>
        </pc:picChg>
        <pc:picChg chg="del">
          <ac:chgData name="DANIEL ALBERTO PEREZ MORERA" userId="b71f61fa-2a10-40af-a76c-06b5b43d475d" providerId="ADAL" clId="{CCE38196-6549-48A5-B8F0-4FE1DF2DB2E5}" dt="2026-07-29T14:10:03.882" v="2113" actId="478"/>
          <ac:picMkLst>
            <pc:docMk/>
            <pc:sldMk cId="3418841876" sldId="320"/>
            <ac:picMk id="19" creationId="{BE11F674-77BE-F0E8-BD66-521B6EB20DC7}"/>
          </ac:picMkLst>
        </pc:picChg>
        <pc:picChg chg="add del">
          <ac:chgData name="DANIEL ALBERTO PEREZ MORERA" userId="b71f61fa-2a10-40af-a76c-06b5b43d475d" providerId="ADAL" clId="{CCE38196-6549-48A5-B8F0-4FE1DF2DB2E5}" dt="2026-07-29T14:12:51.203" v="2128" actId="22"/>
          <ac:picMkLst>
            <pc:docMk/>
            <pc:sldMk cId="3418841876" sldId="320"/>
            <ac:picMk id="20" creationId="{35F4ED28-70A5-E008-F639-C4A53DDA3E7E}"/>
          </ac:picMkLst>
        </pc:picChg>
        <pc:picChg chg="add del mod ord">
          <ac:chgData name="DANIEL ALBERTO PEREZ MORERA" userId="b71f61fa-2a10-40af-a76c-06b5b43d475d" providerId="ADAL" clId="{CCE38196-6549-48A5-B8F0-4FE1DF2DB2E5}" dt="2026-07-29T14:12:49.638" v="2126" actId="22"/>
          <ac:picMkLst>
            <pc:docMk/>
            <pc:sldMk cId="3418841876" sldId="320"/>
            <ac:picMk id="22" creationId="{701ED28B-6212-778B-68A6-873CCFCAC281}"/>
          </ac:picMkLst>
        </pc:picChg>
        <pc:picChg chg="add mod">
          <ac:chgData name="DANIEL ALBERTO PEREZ MORERA" userId="b71f61fa-2a10-40af-a76c-06b5b43d475d" providerId="ADAL" clId="{CCE38196-6549-48A5-B8F0-4FE1DF2DB2E5}" dt="2026-07-29T14:14:25.926" v="2144" actId="1076"/>
          <ac:picMkLst>
            <pc:docMk/>
            <pc:sldMk cId="3418841876" sldId="320"/>
            <ac:picMk id="24" creationId="{3BB53604-1DC4-A58B-688B-F590C6716952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7-29T15:53:14.770" v="2687" actId="21"/>
        <pc:sldMkLst>
          <pc:docMk/>
          <pc:sldMk cId="3931838750" sldId="321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931838750" sldId="321"/>
            <ac:spMk id="4" creationId="{C8CAD73A-147C-96C1-A363-76DF95653B45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931838750" sldId="321"/>
            <ac:spMk id="5" creationId="{9CB343A8-3DB7-D2E3-9E3E-1A44064FC997}"/>
          </ac:spMkLst>
        </pc:spChg>
        <pc:spChg chg="add del mod">
          <ac:chgData name="DANIEL ALBERTO PEREZ MORERA" userId="b71f61fa-2a10-40af-a76c-06b5b43d475d" providerId="ADAL" clId="{CCE38196-6549-48A5-B8F0-4FE1DF2DB2E5}" dt="2026-07-29T14:19:23.030" v="2171" actId="22"/>
          <ac:spMkLst>
            <pc:docMk/>
            <pc:sldMk cId="3931838750" sldId="321"/>
            <ac:spMk id="7" creationId="{21395D0F-F98B-2E65-6AB5-2B614A6FCF0B}"/>
          </ac:spMkLst>
        </pc:spChg>
        <pc:spChg chg="mod">
          <ac:chgData name="DANIEL ALBERTO PEREZ MORERA" userId="b71f61fa-2a10-40af-a76c-06b5b43d475d" providerId="ADAL" clId="{CCE38196-6549-48A5-B8F0-4FE1DF2DB2E5}" dt="2026-07-29T15:53:14.770" v="2687" actId="21"/>
          <ac:spMkLst>
            <pc:docMk/>
            <pc:sldMk cId="3931838750" sldId="321"/>
            <ac:spMk id="8" creationId="{A01889EA-6DC2-5B92-46AF-DCBC204DBFF1}"/>
          </ac:spMkLst>
        </pc:spChg>
        <pc:picChg chg="add del mod modCrop">
          <ac:chgData name="DANIEL ALBERTO PEREZ MORERA" userId="b71f61fa-2a10-40af-a76c-06b5b43d475d" providerId="ADAL" clId="{CCE38196-6549-48A5-B8F0-4FE1DF2DB2E5}" dt="2026-07-29T14:19:20.578" v="2169" actId="478"/>
          <ac:picMkLst>
            <pc:docMk/>
            <pc:sldMk cId="3931838750" sldId="321"/>
            <ac:picMk id="3" creationId="{F6158784-DE3C-5D64-AF47-A13811775215}"/>
          </ac:picMkLst>
        </pc:picChg>
        <pc:picChg chg="add mod ord">
          <ac:chgData name="DANIEL ALBERTO PEREZ MORERA" userId="b71f61fa-2a10-40af-a76c-06b5b43d475d" providerId="ADAL" clId="{CCE38196-6549-48A5-B8F0-4FE1DF2DB2E5}" dt="2026-07-29T14:19:23.030" v="2171" actId="22"/>
          <ac:picMkLst>
            <pc:docMk/>
            <pc:sldMk cId="3931838750" sldId="321"/>
            <ac:picMk id="10" creationId="{C2BF9D30-DC21-93ED-EB28-A260CD93E32D}"/>
          </ac:picMkLst>
        </pc:picChg>
        <pc:picChg chg="add mod">
          <ac:chgData name="DANIEL ALBERTO PEREZ MORERA" userId="b71f61fa-2a10-40af-a76c-06b5b43d475d" providerId="ADAL" clId="{CCE38196-6549-48A5-B8F0-4FE1DF2DB2E5}" dt="2026-07-29T14:19:55.642" v="2176" actId="1076"/>
          <ac:picMkLst>
            <pc:docMk/>
            <pc:sldMk cId="3931838750" sldId="321"/>
            <ac:picMk id="12" creationId="{DC35E240-FA5F-E2DA-1890-5C33820B7DA9}"/>
          </ac:picMkLst>
        </pc:picChg>
        <pc:picChg chg="del mod">
          <ac:chgData name="DANIEL ALBERTO PEREZ MORERA" userId="b71f61fa-2a10-40af-a76c-06b5b43d475d" providerId="ADAL" clId="{CCE38196-6549-48A5-B8F0-4FE1DF2DB2E5}" dt="2026-07-29T14:19:21.884" v="2170" actId="478"/>
          <ac:picMkLst>
            <pc:docMk/>
            <pc:sldMk cId="3931838750" sldId="321"/>
            <ac:picMk id="15" creationId="{04A582BF-C635-5560-260D-1C7A53884D87}"/>
          </ac:picMkLst>
        </pc:picChg>
        <pc:picChg chg="del mod">
          <ac:chgData name="DANIEL ALBERTO PEREZ MORERA" userId="b71f61fa-2a10-40af-a76c-06b5b43d475d" providerId="ADAL" clId="{CCE38196-6549-48A5-B8F0-4FE1DF2DB2E5}" dt="2026-07-29T14:19:42.333" v="2172" actId="478"/>
          <ac:picMkLst>
            <pc:docMk/>
            <pc:sldMk cId="3931838750" sldId="321"/>
            <ac:picMk id="24" creationId="{0BABDD86-94C3-2E6D-3CEA-C7ACF50743B3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7-29T14:24:39.072" v="2199" actId="47"/>
        <pc:sldMkLst>
          <pc:docMk/>
          <pc:sldMk cId="2922395469" sldId="322"/>
        </pc:sldMkLst>
        <pc:spChg chg="mod">
          <ac:chgData name="DANIEL ALBERTO PEREZ MORERA" userId="b71f61fa-2a10-40af-a76c-06b5b43d475d" providerId="ADAL" clId="{CCE38196-6549-48A5-B8F0-4FE1DF2DB2E5}" dt="2026-07-29T14:22:09.892" v="2178"/>
          <ac:spMkLst>
            <pc:docMk/>
            <pc:sldMk cId="2922395469" sldId="322"/>
            <ac:spMk id="4" creationId="{CB93D877-438F-38F4-5790-275E7BAFC996}"/>
          </ac:spMkLst>
        </pc:spChg>
        <pc:spChg chg="mod">
          <ac:chgData name="DANIEL ALBERTO PEREZ MORERA" userId="b71f61fa-2a10-40af-a76c-06b5b43d475d" providerId="ADAL" clId="{CCE38196-6549-48A5-B8F0-4FE1DF2DB2E5}" dt="2026-07-29T14:22:31.256" v="2179"/>
          <ac:spMkLst>
            <pc:docMk/>
            <pc:sldMk cId="2922395469" sldId="322"/>
            <ac:spMk id="8" creationId="{88B2D335-EEF6-AE06-320B-F6B5E7B526C1}"/>
          </ac:spMkLst>
        </pc:spChg>
        <pc:picChg chg="add del mod">
          <ac:chgData name="DANIEL ALBERTO PEREZ MORERA" userId="b71f61fa-2a10-40af-a76c-06b5b43d475d" providerId="ADAL" clId="{CCE38196-6549-48A5-B8F0-4FE1DF2DB2E5}" dt="2026-07-29T14:23:16.164" v="2183" actId="478"/>
          <ac:picMkLst>
            <pc:docMk/>
            <pc:sldMk cId="2922395469" sldId="322"/>
            <ac:picMk id="3" creationId="{7BF67466-2858-48AE-B6D3-5327C408C37C}"/>
          </ac:picMkLst>
        </pc:picChg>
        <pc:picChg chg="add mod">
          <ac:chgData name="DANIEL ALBERTO PEREZ MORERA" userId="b71f61fa-2a10-40af-a76c-06b5b43d475d" providerId="ADAL" clId="{CCE38196-6549-48A5-B8F0-4FE1DF2DB2E5}" dt="2026-07-29T14:23:34.860" v="2188" actId="1076"/>
          <ac:picMkLst>
            <pc:docMk/>
            <pc:sldMk cId="2922395469" sldId="322"/>
            <ac:picMk id="7" creationId="{74E3567C-1BDA-F5BF-F7E9-52F1B79AB72F}"/>
          </ac:picMkLst>
        </pc:picChg>
        <pc:picChg chg="del">
          <ac:chgData name="DANIEL ALBERTO PEREZ MORERA" userId="b71f61fa-2a10-40af-a76c-06b5b43d475d" providerId="ADAL" clId="{CCE38196-6549-48A5-B8F0-4FE1DF2DB2E5}" dt="2026-07-29T14:22:33.832" v="2180" actId="478"/>
          <ac:picMkLst>
            <pc:docMk/>
            <pc:sldMk cId="2922395469" sldId="322"/>
            <ac:picMk id="12" creationId="{A7A5F904-6680-DCE2-40C0-17194050FA80}"/>
          </ac:picMkLst>
        </pc:picChg>
      </pc:sldChg>
      <pc:sldChg chg="add del">
        <pc:chgData name="DANIEL ALBERTO PEREZ MORERA" userId="b71f61fa-2a10-40af-a76c-06b5b43d475d" providerId="ADAL" clId="{CCE38196-6549-48A5-B8F0-4FE1DF2DB2E5}" dt="2026-07-29T14:24:00.865" v="2190"/>
        <pc:sldMkLst>
          <pc:docMk/>
          <pc:sldMk cId="2303817178" sldId="323"/>
        </pc:sldMkLst>
      </pc:sldChg>
      <pc:sldChg chg="modSp add del mod">
        <pc:chgData name="DANIEL ALBERTO PEREZ MORERA" userId="b71f61fa-2a10-40af-a76c-06b5b43d475d" providerId="ADAL" clId="{CCE38196-6549-48A5-B8F0-4FE1DF2DB2E5}" dt="2026-07-29T15:14:30.783" v="2493" actId="47"/>
        <pc:sldMkLst>
          <pc:docMk/>
          <pc:sldMk cId="2384064324" sldId="323"/>
        </pc:sldMkLst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384064324" sldId="323"/>
            <ac:spMk id="2" creationId="{BD3B07B2-6A30-2AE3-27D1-4C486D60E402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384064324" sldId="323"/>
            <ac:spMk id="3" creationId="{C70CC6B6-F450-DF14-130F-BDDECFDFED21}"/>
          </ac:spMkLst>
        </pc:spChg>
        <pc:spChg chg="mod">
          <ac:chgData name="DANIEL ALBERTO PEREZ MORERA" userId="b71f61fa-2a10-40af-a76c-06b5b43d475d" providerId="ADAL" clId="{CCE38196-6549-48A5-B8F0-4FE1DF2DB2E5}" dt="2026-07-29T15:13:53.457" v="2492" actId="790"/>
          <ac:spMkLst>
            <pc:docMk/>
            <pc:sldMk cId="2384064324" sldId="323"/>
            <ac:spMk id="5" creationId="{834C2B28-17EB-73D7-0957-0EA5F955A718}"/>
          </ac:spMkLst>
        </pc:spChg>
      </pc:sldChg>
      <pc:sldChg chg="addSp delSp modSp add mod">
        <pc:chgData name="DANIEL ALBERTO PEREZ MORERA" userId="b71f61fa-2a10-40af-a76c-06b5b43d475d" providerId="ADAL" clId="{CCE38196-6549-48A5-B8F0-4FE1DF2DB2E5}" dt="2026-07-29T15:56:24.791" v="2689" actId="21"/>
        <pc:sldMkLst>
          <pc:docMk/>
          <pc:sldMk cId="1518091933" sldId="324"/>
        </pc:sldMkLst>
        <pc:spChg chg="del">
          <ac:chgData name="DANIEL ALBERTO PEREZ MORERA" userId="b71f61fa-2a10-40af-a76c-06b5b43d475d" providerId="ADAL" clId="{CCE38196-6549-48A5-B8F0-4FE1DF2DB2E5}" dt="2026-07-29T14:28:15.659" v="2232" actId="478"/>
          <ac:spMkLst>
            <pc:docMk/>
            <pc:sldMk cId="1518091933" sldId="324"/>
            <ac:spMk id="3" creationId="{04B4AC68-7B84-4A73-428D-84DAE94C2974}"/>
          </ac:spMkLst>
        </pc:spChg>
        <pc:spChg chg="add del mod">
          <ac:chgData name="DANIEL ALBERTO PEREZ MORERA" userId="b71f61fa-2a10-40af-a76c-06b5b43d475d" providerId="ADAL" clId="{CCE38196-6549-48A5-B8F0-4FE1DF2DB2E5}" dt="2026-07-29T15:56:24.791" v="2689" actId="21"/>
          <ac:spMkLst>
            <pc:docMk/>
            <pc:sldMk cId="1518091933" sldId="324"/>
            <ac:spMk id="3" creationId="{7124668C-9926-5B6C-F067-567E67BD531B}"/>
          </ac:spMkLst>
        </pc:spChg>
        <pc:spChg chg="add del mod">
          <ac:chgData name="DANIEL ALBERTO PEREZ MORERA" userId="b71f61fa-2a10-40af-a76c-06b5b43d475d" providerId="ADAL" clId="{CCE38196-6549-48A5-B8F0-4FE1DF2DB2E5}" dt="2026-07-29T14:28:21.141" v="2235" actId="478"/>
          <ac:spMkLst>
            <pc:docMk/>
            <pc:sldMk cId="1518091933" sldId="324"/>
            <ac:spMk id="4" creationId="{EF2587AB-4F51-48D8-B0DC-8F3A5926D36C}"/>
          </ac:spMkLst>
        </pc:spChg>
        <pc:spChg chg="add del mod">
          <ac:chgData name="DANIEL ALBERTO PEREZ MORERA" userId="b71f61fa-2a10-40af-a76c-06b5b43d475d" providerId="ADAL" clId="{CCE38196-6549-48A5-B8F0-4FE1DF2DB2E5}" dt="2026-07-29T15:56:24.791" v="2689" actId="21"/>
          <ac:spMkLst>
            <pc:docMk/>
            <pc:sldMk cId="1518091933" sldId="324"/>
            <ac:spMk id="5" creationId="{8ECBE1BF-EA04-BBB1-F42C-30CE0B6BDAC6}"/>
          </ac:spMkLst>
        </pc:spChg>
        <pc:spChg chg="del mod">
          <ac:chgData name="DANIEL ALBERTO PEREZ MORERA" userId="b71f61fa-2a10-40af-a76c-06b5b43d475d" providerId="ADAL" clId="{CCE38196-6549-48A5-B8F0-4FE1DF2DB2E5}" dt="2026-07-29T14:30:14.163" v="2245" actId="478"/>
          <ac:spMkLst>
            <pc:docMk/>
            <pc:sldMk cId="1518091933" sldId="324"/>
            <ac:spMk id="5" creationId="{B59AB407-840C-E42C-E926-DD39B405A952}"/>
          </ac:spMkLst>
        </pc:spChg>
        <pc:spChg chg="add del mod">
          <ac:chgData name="DANIEL ALBERTO PEREZ MORERA" userId="b71f61fa-2a10-40af-a76c-06b5b43d475d" providerId="ADAL" clId="{CCE38196-6549-48A5-B8F0-4FE1DF2DB2E5}" dt="2026-07-29T15:56:24.791" v="2689" actId="21"/>
          <ac:spMkLst>
            <pc:docMk/>
            <pc:sldMk cId="1518091933" sldId="324"/>
            <ac:spMk id="7" creationId="{AF8D6DE0-1176-2270-6624-87DD2EDAF3FF}"/>
          </ac:spMkLst>
        </pc:spChg>
        <pc:spChg chg="add del mod">
          <ac:chgData name="DANIEL ALBERTO PEREZ MORERA" userId="b71f61fa-2a10-40af-a76c-06b5b43d475d" providerId="ADAL" clId="{CCE38196-6549-48A5-B8F0-4FE1DF2DB2E5}" dt="2026-07-29T14:30:16.207" v="2246" actId="22"/>
          <ac:spMkLst>
            <pc:docMk/>
            <pc:sldMk cId="1518091933" sldId="324"/>
            <ac:spMk id="10" creationId="{1F31FD6E-BC19-E10D-C521-7E764E49FE05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518091933" sldId="324"/>
            <ac:spMk id="12" creationId="{903FA1EE-3930-13CA-8C73-7B3AC8021A3C}"/>
          </ac:spMkLst>
        </pc:spChg>
        <pc:spChg chg="add del mod">
          <ac:chgData name="DANIEL ALBERTO PEREZ MORERA" userId="b71f61fa-2a10-40af-a76c-06b5b43d475d" providerId="ADAL" clId="{CCE38196-6549-48A5-B8F0-4FE1DF2DB2E5}" dt="2026-07-29T14:34:56.350" v="2259" actId="22"/>
          <ac:spMkLst>
            <pc:docMk/>
            <pc:sldMk cId="1518091933" sldId="324"/>
            <ac:spMk id="17" creationId="{632FEE62-B792-E96D-C2BF-9D4A736C981B}"/>
          </ac:spMkLst>
        </pc:spChg>
        <pc:spChg chg="add del mod">
          <ac:chgData name="DANIEL ALBERTO PEREZ MORERA" userId="b71f61fa-2a10-40af-a76c-06b5b43d475d" providerId="ADAL" clId="{CCE38196-6549-48A5-B8F0-4FE1DF2DB2E5}" dt="2026-07-29T14:35:59.706" v="2277"/>
          <ac:spMkLst>
            <pc:docMk/>
            <pc:sldMk cId="1518091933" sldId="324"/>
            <ac:spMk id="22" creationId="{4B737E31-C2AD-C043-C65C-B5D48232E61C}"/>
          </ac:spMkLst>
        </pc:spChg>
        <pc:picChg chg="del">
          <ac:chgData name="DANIEL ALBERTO PEREZ MORERA" userId="b71f61fa-2a10-40af-a76c-06b5b43d475d" providerId="ADAL" clId="{CCE38196-6549-48A5-B8F0-4FE1DF2DB2E5}" dt="2026-07-29T14:28:17.539" v="2233" actId="478"/>
          <ac:picMkLst>
            <pc:docMk/>
            <pc:sldMk cId="1518091933" sldId="324"/>
            <ac:picMk id="9" creationId="{835011A2-FBA7-BE13-DD64-999A3D9F0432}"/>
          </ac:picMkLst>
        </pc:picChg>
        <pc:picChg chg="add del mod ord">
          <ac:chgData name="DANIEL ALBERTO PEREZ MORERA" userId="b71f61fa-2a10-40af-a76c-06b5b43d475d" providerId="ADAL" clId="{CCE38196-6549-48A5-B8F0-4FE1DF2DB2E5}" dt="2026-07-29T14:34:54.570" v="2258" actId="478"/>
          <ac:picMkLst>
            <pc:docMk/>
            <pc:sldMk cId="1518091933" sldId="324"/>
            <ac:picMk id="13" creationId="{5599BD43-532D-8363-EB0E-CF6E8483406B}"/>
          </ac:picMkLst>
        </pc:picChg>
        <pc:picChg chg="add mod modCrop">
          <ac:chgData name="DANIEL ALBERTO PEREZ MORERA" userId="b71f61fa-2a10-40af-a76c-06b5b43d475d" providerId="ADAL" clId="{CCE38196-6549-48A5-B8F0-4FE1DF2DB2E5}" dt="2026-07-29T14:35:51.049" v="2272" actId="1076"/>
          <ac:picMkLst>
            <pc:docMk/>
            <pc:sldMk cId="1518091933" sldId="324"/>
            <ac:picMk id="15" creationId="{A4F288F3-3290-2882-F2F4-5A80293EFB17}"/>
          </ac:picMkLst>
        </pc:picChg>
        <pc:picChg chg="del">
          <ac:chgData name="DANIEL ALBERTO PEREZ MORERA" userId="b71f61fa-2a10-40af-a76c-06b5b43d475d" providerId="ADAL" clId="{CCE38196-6549-48A5-B8F0-4FE1DF2DB2E5}" dt="2026-07-29T14:30:05.480" v="2242" actId="478"/>
          <ac:picMkLst>
            <pc:docMk/>
            <pc:sldMk cId="1518091933" sldId="324"/>
            <ac:picMk id="18" creationId="{1986AE6E-55A4-0B51-CC4E-90D5863EAEA6}"/>
          </ac:picMkLst>
        </pc:picChg>
        <pc:picChg chg="add del mod ord">
          <ac:chgData name="DANIEL ALBERTO PEREZ MORERA" userId="b71f61fa-2a10-40af-a76c-06b5b43d475d" providerId="ADAL" clId="{CCE38196-6549-48A5-B8F0-4FE1DF2DB2E5}" dt="2026-07-29T14:35:58.203" v="2276" actId="21"/>
          <ac:picMkLst>
            <pc:docMk/>
            <pc:sldMk cId="1518091933" sldId="324"/>
            <ac:picMk id="20" creationId="{4D602C95-4916-83A7-99AF-7B9314963160}"/>
          </ac:picMkLst>
        </pc:picChg>
        <pc:picChg chg="add del mod">
          <ac:chgData name="DANIEL ALBERTO PEREZ MORERA" userId="b71f61fa-2a10-40af-a76c-06b5b43d475d" providerId="ADAL" clId="{CCE38196-6549-48A5-B8F0-4FE1DF2DB2E5}" dt="2026-07-29T15:56:24.791" v="2689" actId="21"/>
          <ac:picMkLst>
            <pc:docMk/>
            <pc:sldMk cId="1518091933" sldId="324"/>
            <ac:picMk id="23" creationId="{4D602C95-4916-83A7-99AF-7B9314963160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1331859855" sldId="325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331859855" sldId="325"/>
            <ac:spMk id="3" creationId="{626E2619-DAAE-27A1-2A80-4E692739C6AE}"/>
          </ac:spMkLst>
        </pc:spChg>
        <pc:spChg chg="add del mod">
          <ac:chgData name="DANIEL ALBERTO PEREZ MORERA" userId="b71f61fa-2a10-40af-a76c-06b5b43d475d" providerId="ADAL" clId="{CCE38196-6549-48A5-B8F0-4FE1DF2DB2E5}" dt="2026-07-29T15:00:48.912" v="2418"/>
          <ac:spMkLst>
            <pc:docMk/>
            <pc:sldMk cId="1331859855" sldId="325"/>
            <ac:spMk id="4" creationId="{46535276-F8C9-DF0F-4E2C-C46DCD127C51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331859855" sldId="325"/>
            <ac:spMk id="5" creationId="{51B4CFF8-E84D-1F9B-2C28-CFA746D221AB}"/>
          </ac:spMkLst>
        </pc:spChg>
        <pc:spChg chg="add del mod">
          <ac:chgData name="DANIEL ALBERTO PEREZ MORERA" userId="b71f61fa-2a10-40af-a76c-06b5b43d475d" providerId="ADAL" clId="{CCE38196-6549-48A5-B8F0-4FE1DF2DB2E5}" dt="2026-07-29T14:38:06.463" v="2294" actId="478"/>
          <ac:spMkLst>
            <pc:docMk/>
            <pc:sldMk cId="1331859855" sldId="325"/>
            <ac:spMk id="7" creationId="{3A726086-FC88-3397-032F-BABA249D14D4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331859855" sldId="325"/>
            <ac:spMk id="12" creationId="{0E0A4227-400F-3CBF-2386-22E49E576842}"/>
          </ac:spMkLst>
        </pc:spChg>
        <pc:spChg chg="add del mod">
          <ac:chgData name="DANIEL ALBERTO PEREZ MORERA" userId="b71f61fa-2a10-40af-a76c-06b5b43d475d" providerId="ADAL" clId="{CCE38196-6549-48A5-B8F0-4FE1DF2DB2E5}" dt="2026-07-29T14:41:24.805" v="2319" actId="22"/>
          <ac:spMkLst>
            <pc:docMk/>
            <pc:sldMk cId="1331859855" sldId="325"/>
            <ac:spMk id="13" creationId="{B27AF4ED-E774-B2D0-D935-C94EDDE23A97}"/>
          </ac:spMkLst>
        </pc:spChg>
        <pc:spChg chg="add del mod">
          <ac:chgData name="DANIEL ALBERTO PEREZ MORERA" userId="b71f61fa-2a10-40af-a76c-06b5b43d475d" providerId="ADAL" clId="{CCE38196-6549-48A5-B8F0-4FE1DF2DB2E5}" dt="2026-07-29T15:01:55.223" v="2427" actId="22"/>
          <ac:spMkLst>
            <pc:docMk/>
            <pc:sldMk cId="1331859855" sldId="325"/>
            <ac:spMk id="20" creationId="{2CE4D830-D019-D764-24FD-2B8B2BF38AAE}"/>
          </ac:spMkLst>
        </pc:spChg>
        <pc:picChg chg="del">
          <ac:chgData name="DANIEL ALBERTO PEREZ MORERA" userId="b71f61fa-2a10-40af-a76c-06b5b43d475d" providerId="ADAL" clId="{CCE38196-6549-48A5-B8F0-4FE1DF2DB2E5}" dt="2026-07-29T14:37:12.128" v="2285" actId="478"/>
          <ac:picMkLst>
            <pc:docMk/>
            <pc:sldMk cId="1331859855" sldId="325"/>
            <ac:picMk id="9" creationId="{37442C1D-7A23-BBD4-A081-2F04827E3056}"/>
          </ac:picMkLst>
        </pc:picChg>
        <pc:picChg chg="add del mod">
          <ac:chgData name="DANIEL ALBERTO PEREZ MORERA" userId="b71f61fa-2a10-40af-a76c-06b5b43d475d" providerId="ADAL" clId="{CCE38196-6549-48A5-B8F0-4FE1DF2DB2E5}" dt="2026-07-29T15:00:43.135" v="2390" actId="478"/>
          <ac:picMkLst>
            <pc:docMk/>
            <pc:sldMk cId="1331859855" sldId="325"/>
            <ac:picMk id="10" creationId="{BCFD6BB5-3482-62C3-EEBE-8023D31850A0}"/>
          </ac:picMkLst>
        </pc:picChg>
        <pc:picChg chg="add del">
          <ac:chgData name="DANIEL ALBERTO PEREZ MORERA" userId="b71f61fa-2a10-40af-a76c-06b5b43d475d" providerId="ADAL" clId="{CCE38196-6549-48A5-B8F0-4FE1DF2DB2E5}" dt="2026-07-29T14:41:20.595" v="2316" actId="22"/>
          <ac:picMkLst>
            <pc:docMk/>
            <pc:sldMk cId="1331859855" sldId="325"/>
            <ac:picMk id="15" creationId="{165F961E-7CDA-472C-36CC-CF662510991A}"/>
          </ac:picMkLst>
        </pc:picChg>
        <pc:picChg chg="add del mod ord">
          <ac:chgData name="DANIEL ALBERTO PEREZ MORERA" userId="b71f61fa-2a10-40af-a76c-06b5b43d475d" providerId="ADAL" clId="{CCE38196-6549-48A5-B8F0-4FE1DF2DB2E5}" dt="2026-07-29T14:41:43.373" v="2320" actId="478"/>
          <ac:picMkLst>
            <pc:docMk/>
            <pc:sldMk cId="1331859855" sldId="325"/>
            <ac:picMk id="17" creationId="{6484405B-6EFC-6E2F-DD93-16C47AB1278C}"/>
          </ac:picMkLst>
        </pc:picChg>
        <pc:picChg chg="add del">
          <ac:chgData name="DANIEL ALBERTO PEREZ MORERA" userId="b71f61fa-2a10-40af-a76c-06b5b43d475d" providerId="ADAL" clId="{CCE38196-6549-48A5-B8F0-4FE1DF2DB2E5}" dt="2026-07-29T14:41:22.532" v="2318" actId="478"/>
          <ac:picMkLst>
            <pc:docMk/>
            <pc:sldMk cId="1331859855" sldId="325"/>
            <ac:picMk id="18" creationId="{338969AE-9EEA-E929-37AA-F22782A33F81}"/>
          </ac:picMkLst>
        </pc:picChg>
        <pc:picChg chg="add del">
          <ac:chgData name="DANIEL ALBERTO PEREZ MORERA" userId="b71f61fa-2a10-40af-a76c-06b5b43d475d" providerId="ADAL" clId="{CCE38196-6549-48A5-B8F0-4FE1DF2DB2E5}" dt="2026-07-29T14:43:00.776" v="2333" actId="478"/>
          <ac:picMkLst>
            <pc:docMk/>
            <pc:sldMk cId="1331859855" sldId="325"/>
            <ac:picMk id="22" creationId="{4EFD1CE3-B374-87CE-5FF2-DDD22E2B258E}"/>
          </ac:picMkLst>
        </pc:picChg>
        <pc:picChg chg="add del mod">
          <ac:chgData name="DANIEL ALBERTO PEREZ MORERA" userId="b71f61fa-2a10-40af-a76c-06b5b43d475d" providerId="ADAL" clId="{CCE38196-6549-48A5-B8F0-4FE1DF2DB2E5}" dt="2026-07-29T14:43:26.680" v="2337" actId="478"/>
          <ac:picMkLst>
            <pc:docMk/>
            <pc:sldMk cId="1331859855" sldId="325"/>
            <ac:picMk id="24" creationId="{1887255C-1590-638D-D562-E31D762E0094}"/>
          </ac:picMkLst>
        </pc:picChg>
        <pc:picChg chg="add del mod">
          <ac:chgData name="DANIEL ALBERTO PEREZ MORERA" userId="b71f61fa-2a10-40af-a76c-06b5b43d475d" providerId="ADAL" clId="{CCE38196-6549-48A5-B8F0-4FE1DF2DB2E5}" dt="2026-07-29T15:01:23.191" v="2425" actId="478"/>
          <ac:picMkLst>
            <pc:docMk/>
            <pc:sldMk cId="1331859855" sldId="325"/>
            <ac:picMk id="26" creationId="{797D24F6-4BA7-595D-D897-0A390A3BCDAE}"/>
          </ac:picMkLst>
        </pc:picChg>
        <pc:picChg chg="add mod">
          <ac:chgData name="DANIEL ALBERTO PEREZ MORERA" userId="b71f61fa-2a10-40af-a76c-06b5b43d475d" providerId="ADAL" clId="{CCE38196-6549-48A5-B8F0-4FE1DF2DB2E5}" dt="2026-07-29T15:00:48.912" v="2418"/>
          <ac:picMkLst>
            <pc:docMk/>
            <pc:sldMk cId="1331859855" sldId="325"/>
            <ac:picMk id="27" creationId="{6B42ED2E-4752-8806-4DBD-A49F00D6C289}"/>
          </ac:picMkLst>
        </pc:picChg>
        <pc:picChg chg="add mod ord">
          <ac:chgData name="DANIEL ALBERTO PEREZ MORERA" userId="b71f61fa-2a10-40af-a76c-06b5b43d475d" providerId="ADAL" clId="{CCE38196-6549-48A5-B8F0-4FE1DF2DB2E5}" dt="2026-07-29T15:01:55.223" v="2427" actId="22"/>
          <ac:picMkLst>
            <pc:docMk/>
            <pc:sldMk cId="1331859855" sldId="325"/>
            <ac:picMk id="29" creationId="{448A53E0-6EE6-3BDF-BB71-C4195F8F1DE6}"/>
          </ac:picMkLst>
        </pc:picChg>
      </pc:sldChg>
      <pc:sldChg chg="add del">
        <pc:chgData name="DANIEL ALBERTO PEREZ MORERA" userId="b71f61fa-2a10-40af-a76c-06b5b43d475d" providerId="ADAL" clId="{CCE38196-6549-48A5-B8F0-4FE1DF2DB2E5}" dt="2026-07-29T14:36:35.161" v="2279"/>
        <pc:sldMkLst>
          <pc:docMk/>
          <pc:sldMk cId="1827914439" sldId="325"/>
        </pc:sldMkLst>
      </pc:sldChg>
      <pc:sldChg chg="addSp delSp modSp add del mod">
        <pc:chgData name="DANIEL ALBERTO PEREZ MORERA" userId="b71f61fa-2a10-40af-a76c-06b5b43d475d" providerId="ADAL" clId="{CCE38196-6549-48A5-B8F0-4FE1DF2DB2E5}" dt="2026-07-29T15:02:52.152" v="2428" actId="47"/>
        <pc:sldMkLst>
          <pc:docMk/>
          <pc:sldMk cId="1335962387" sldId="326"/>
        </pc:sldMkLst>
        <pc:spChg chg="del mod">
          <ac:chgData name="DANIEL ALBERTO PEREZ MORERA" userId="b71f61fa-2a10-40af-a76c-06b5b43d475d" providerId="ADAL" clId="{CCE38196-6549-48A5-B8F0-4FE1DF2DB2E5}" dt="2026-07-29T14:48:41.462" v="2358" actId="478"/>
          <ac:spMkLst>
            <pc:docMk/>
            <pc:sldMk cId="1335962387" sldId="326"/>
            <ac:spMk id="3" creationId="{02B8B83D-1332-8276-8A73-34ECBBE9B4F2}"/>
          </ac:spMkLst>
        </pc:spChg>
        <pc:spChg chg="del mod">
          <ac:chgData name="DANIEL ALBERTO PEREZ MORERA" userId="b71f61fa-2a10-40af-a76c-06b5b43d475d" providerId="ADAL" clId="{CCE38196-6549-48A5-B8F0-4FE1DF2DB2E5}" dt="2026-07-29T14:48:14.605" v="2356" actId="22"/>
          <ac:spMkLst>
            <pc:docMk/>
            <pc:sldMk cId="1335962387" sldId="326"/>
            <ac:spMk id="4" creationId="{A7D8AC6E-56BA-E9B1-680F-DE60DE878300}"/>
          </ac:spMkLst>
        </pc:spChg>
        <pc:spChg chg="add del mod">
          <ac:chgData name="DANIEL ALBERTO PEREZ MORERA" userId="b71f61fa-2a10-40af-a76c-06b5b43d475d" providerId="ADAL" clId="{CCE38196-6549-48A5-B8F0-4FE1DF2DB2E5}" dt="2026-07-29T14:49:09.073" v="2379" actId="478"/>
          <ac:spMkLst>
            <pc:docMk/>
            <pc:sldMk cId="1335962387" sldId="326"/>
            <ac:spMk id="8" creationId="{5202F433-C857-6BD3-2E56-7323CE1F4684}"/>
          </ac:spMkLst>
        </pc:spChg>
        <pc:spChg chg="mod">
          <ac:chgData name="DANIEL ALBERTO PEREZ MORERA" userId="b71f61fa-2a10-40af-a76c-06b5b43d475d" providerId="ADAL" clId="{CCE38196-6549-48A5-B8F0-4FE1DF2DB2E5}" dt="2026-07-29T14:45:54.513" v="2352"/>
          <ac:spMkLst>
            <pc:docMk/>
            <pc:sldMk cId="1335962387" sldId="326"/>
            <ac:spMk id="12" creationId="{A603A034-3635-68F0-3396-6CE0CAA2B0BD}"/>
          </ac:spMkLst>
        </pc:spChg>
        <pc:spChg chg="mod">
          <ac:chgData name="DANIEL ALBERTO PEREZ MORERA" userId="b71f61fa-2a10-40af-a76c-06b5b43d475d" providerId="ADAL" clId="{CCE38196-6549-48A5-B8F0-4FE1DF2DB2E5}" dt="2026-07-29T14:49:08.601" v="2378"/>
          <ac:spMkLst>
            <pc:docMk/>
            <pc:sldMk cId="1335962387" sldId="326"/>
            <ac:spMk id="20" creationId="{25B0E101-5CDB-CE48-4549-9E2670884AA4}"/>
          </ac:spMkLst>
        </pc:spChg>
        <pc:picChg chg="add del mod ord">
          <ac:chgData name="DANIEL ALBERTO PEREZ MORERA" userId="b71f61fa-2a10-40af-a76c-06b5b43d475d" providerId="ADAL" clId="{CCE38196-6549-48A5-B8F0-4FE1DF2DB2E5}" dt="2026-07-29T14:49:09.073" v="2379" actId="478"/>
          <ac:picMkLst>
            <pc:docMk/>
            <pc:sldMk cId="1335962387" sldId="326"/>
            <ac:picMk id="6" creationId="{84F9BB9B-D845-2C5A-0F57-02074E03F98F}"/>
          </ac:picMkLst>
        </pc:picChg>
        <pc:picChg chg="del">
          <ac:chgData name="DANIEL ALBERTO PEREZ MORERA" userId="b71f61fa-2a10-40af-a76c-06b5b43d475d" providerId="ADAL" clId="{CCE38196-6549-48A5-B8F0-4FE1DF2DB2E5}" dt="2026-07-29T14:47:07.594" v="2354" actId="478"/>
          <ac:picMkLst>
            <pc:docMk/>
            <pc:sldMk cId="1335962387" sldId="326"/>
            <ac:picMk id="10" creationId="{803CC34C-8672-1D26-761D-DED2527CFD07}"/>
          </ac:picMkLst>
        </pc:picChg>
      </pc:sldChg>
      <pc:sldChg chg="add del">
        <pc:chgData name="DANIEL ALBERTO PEREZ MORERA" userId="b71f61fa-2a10-40af-a76c-06b5b43d475d" providerId="ADAL" clId="{CCE38196-6549-48A5-B8F0-4FE1DF2DB2E5}" dt="2026-07-29T15:00:18.522" v="2381"/>
        <pc:sldMkLst>
          <pc:docMk/>
          <pc:sldMk cId="16530234" sldId="327"/>
        </pc:sldMkLst>
      </pc:sldChg>
      <pc:sldChg chg="modSp add mo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701149420" sldId="327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701149420" sldId="327"/>
            <ac:spMk id="3" creationId="{75588EC3-25A9-3FD2-BF25-D7A107F2C9E6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701149420" sldId="327"/>
            <ac:spMk id="4" creationId="{82EC1A76-A8A0-3444-BFEF-AE9C392E4019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701149420" sldId="327"/>
            <ac:spMk id="5" creationId="{657AACAF-CC49-87E7-2FB4-08FF1A79D125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701149420" sldId="327"/>
            <ac:spMk id="12" creationId="{2C2B2229-7B5D-EFC2-0DDA-DB087A8EDEDB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701149420" sldId="327"/>
            <ac:spMk id="20" creationId="{CD697479-1600-DDD3-57F1-237B9582D32D}"/>
          </ac:spMkLst>
        </pc:spChg>
      </pc:sldChg>
      <pc:sldChg chg="addSp delSp modSp add mo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353789291" sldId="328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53789291" sldId="328"/>
            <ac:spMk id="3" creationId="{5FB892AC-4784-DEE1-CBE9-1A31D8E41BBC}"/>
          </ac:spMkLst>
        </pc:spChg>
        <pc:spChg chg="add 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53789291" sldId="328"/>
            <ac:spMk id="4" creationId="{A9017454-79C2-009D-8AC9-D4F53B45C845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53789291" sldId="328"/>
            <ac:spMk id="5" creationId="{0AD82691-D879-E4AC-7CA4-0B81D2846397}"/>
          </ac:spMkLst>
        </pc:spChg>
        <pc:spChg chg="add 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53789291" sldId="328"/>
            <ac:spMk id="9" creationId="{A896D197-1ACB-123F-297F-DA310BAC7CA8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353789291" sldId="328"/>
            <ac:spMk id="12" creationId="{67233C23-7148-CB36-520F-794570152EEA}"/>
          </ac:spMkLst>
        </pc:spChg>
        <pc:picChg chg="add mod">
          <ac:chgData name="DANIEL ALBERTO PEREZ MORERA" userId="b71f61fa-2a10-40af-a76c-06b5b43d475d" providerId="ADAL" clId="{CCE38196-6549-48A5-B8F0-4FE1DF2DB2E5}" dt="2026-07-29T15:06:22.958" v="2441" actId="1076"/>
          <ac:picMkLst>
            <pc:docMk/>
            <pc:sldMk cId="353789291" sldId="328"/>
            <ac:picMk id="7" creationId="{0E8AAC90-F6F6-ADFD-B3CF-D97A8A4A3BF4}"/>
          </ac:picMkLst>
        </pc:picChg>
        <pc:picChg chg="add mod">
          <ac:chgData name="DANIEL ALBERTO PEREZ MORERA" userId="b71f61fa-2a10-40af-a76c-06b5b43d475d" providerId="ADAL" clId="{CCE38196-6549-48A5-B8F0-4FE1DF2DB2E5}" dt="2026-07-29T15:07:35.643" v="2451" actId="1076"/>
          <ac:picMkLst>
            <pc:docMk/>
            <pc:sldMk cId="353789291" sldId="328"/>
            <ac:picMk id="11" creationId="{5D98E6BF-742A-6926-5C49-EB2933196D8B}"/>
          </ac:picMkLst>
        </pc:picChg>
        <pc:picChg chg="del">
          <ac:chgData name="DANIEL ALBERTO PEREZ MORERA" userId="b71f61fa-2a10-40af-a76c-06b5b43d475d" providerId="ADAL" clId="{CCE38196-6549-48A5-B8F0-4FE1DF2DB2E5}" dt="2026-07-29T15:05:39.477" v="2434" actId="478"/>
          <ac:picMkLst>
            <pc:docMk/>
            <pc:sldMk cId="353789291" sldId="328"/>
            <ac:picMk id="27" creationId="{A1E8F976-1712-7AA1-E177-30B8DEA35FA0}"/>
          </ac:picMkLst>
        </pc:picChg>
        <pc:picChg chg="del">
          <ac:chgData name="DANIEL ALBERTO PEREZ MORERA" userId="b71f61fa-2a10-40af-a76c-06b5b43d475d" providerId="ADAL" clId="{CCE38196-6549-48A5-B8F0-4FE1DF2DB2E5}" dt="2026-07-29T15:06:36.972" v="2444" actId="478"/>
          <ac:picMkLst>
            <pc:docMk/>
            <pc:sldMk cId="353789291" sldId="328"/>
            <ac:picMk id="29" creationId="{C769D811-5517-5BF7-0C51-FFBB2ECF67C8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7-29T15:24:47.504" v="2608" actId="790"/>
        <pc:sldMkLst>
          <pc:docMk/>
          <pc:sldMk cId="2238306213" sldId="329"/>
        </pc:sldMkLst>
        <pc:spChg chg="del mod">
          <ac:chgData name="DANIEL ALBERTO PEREZ MORERA" userId="b71f61fa-2a10-40af-a76c-06b5b43d475d" providerId="ADAL" clId="{CCE38196-6549-48A5-B8F0-4FE1DF2DB2E5}" dt="2026-07-29T15:11:34.813" v="2461" actId="478"/>
          <ac:spMkLst>
            <pc:docMk/>
            <pc:sldMk cId="2238306213" sldId="329"/>
            <ac:spMk id="3" creationId="{5526C616-85E4-6D50-918A-64DBF879344D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2238306213" sldId="329"/>
            <ac:spMk id="4" creationId="{DFBB553C-29E8-2822-DC1F-976927E56218}"/>
          </ac:spMkLst>
        </pc:spChg>
        <pc:spChg chg="del">
          <ac:chgData name="DANIEL ALBERTO PEREZ MORERA" userId="b71f61fa-2a10-40af-a76c-06b5b43d475d" providerId="ADAL" clId="{CCE38196-6549-48A5-B8F0-4FE1DF2DB2E5}" dt="2026-07-29T15:11:45.278" v="2464" actId="478"/>
          <ac:spMkLst>
            <pc:docMk/>
            <pc:sldMk cId="2238306213" sldId="329"/>
            <ac:spMk id="5" creationId="{5DD54A2B-ADDC-C668-FC54-3DD0FF1C8B96}"/>
          </ac:spMkLst>
        </pc:spChg>
        <pc:spChg chg="del mod">
          <ac:chgData name="DANIEL ALBERTO PEREZ MORERA" userId="b71f61fa-2a10-40af-a76c-06b5b43d475d" providerId="ADAL" clId="{CCE38196-6549-48A5-B8F0-4FE1DF2DB2E5}" dt="2026-07-29T15:11:47.205" v="2465" actId="22"/>
          <ac:spMkLst>
            <pc:docMk/>
            <pc:sldMk cId="2238306213" sldId="329"/>
            <ac:spMk id="9" creationId="{8AB318AD-0E2A-FE92-1B6E-2E29A2BB4CC5}"/>
          </ac:spMkLst>
        </pc:spChg>
        <pc:spChg chg="add del mod">
          <ac:chgData name="DANIEL ALBERTO PEREZ MORERA" userId="b71f61fa-2a10-40af-a76c-06b5b43d475d" providerId="ADAL" clId="{CCE38196-6549-48A5-B8F0-4FE1DF2DB2E5}" dt="2026-07-29T15:11:48.668" v="2466" actId="478"/>
          <ac:spMkLst>
            <pc:docMk/>
            <pc:sldMk cId="2238306213" sldId="329"/>
            <ac:spMk id="10" creationId="{38EF8D63-BF79-4B30-5CFA-875FB03ABF4F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2238306213" sldId="329"/>
            <ac:spMk id="12" creationId="{81F596C4-2144-4739-5BB8-8F3B3D49F10B}"/>
          </ac:spMkLst>
        </pc:spChg>
        <pc:picChg chg="add del mod">
          <ac:chgData name="DANIEL ALBERTO PEREZ MORERA" userId="b71f61fa-2a10-40af-a76c-06b5b43d475d" providerId="ADAL" clId="{CCE38196-6549-48A5-B8F0-4FE1DF2DB2E5}" dt="2026-07-29T15:11:37.348" v="2462" actId="478"/>
          <ac:picMkLst>
            <pc:docMk/>
            <pc:sldMk cId="2238306213" sldId="329"/>
            <ac:picMk id="6" creationId="{D6F073D1-5CF7-B320-0E7B-2CDC70FC30E4}"/>
          </ac:picMkLst>
        </pc:picChg>
        <pc:picChg chg="del">
          <ac:chgData name="DANIEL ALBERTO PEREZ MORERA" userId="b71f61fa-2a10-40af-a76c-06b5b43d475d" providerId="ADAL" clId="{CCE38196-6549-48A5-B8F0-4FE1DF2DB2E5}" dt="2026-07-29T15:09:20.182" v="2456" actId="478"/>
          <ac:picMkLst>
            <pc:docMk/>
            <pc:sldMk cId="2238306213" sldId="329"/>
            <ac:picMk id="7" creationId="{EC3E020C-6BE3-006E-0031-D38CEF9AE0EB}"/>
          </ac:picMkLst>
        </pc:picChg>
        <pc:picChg chg="del">
          <ac:chgData name="DANIEL ALBERTO PEREZ MORERA" userId="b71f61fa-2a10-40af-a76c-06b5b43d475d" providerId="ADAL" clId="{CCE38196-6549-48A5-B8F0-4FE1DF2DB2E5}" dt="2026-07-29T15:09:42.546" v="2460" actId="478"/>
          <ac:picMkLst>
            <pc:docMk/>
            <pc:sldMk cId="2238306213" sldId="329"/>
            <ac:picMk id="11" creationId="{BF353CC3-1DD4-033C-E43D-8EBED06C6934}"/>
          </ac:picMkLst>
        </pc:picChg>
        <pc:picChg chg="add mod ord">
          <ac:chgData name="DANIEL ALBERTO PEREZ MORERA" userId="b71f61fa-2a10-40af-a76c-06b5b43d475d" providerId="ADAL" clId="{CCE38196-6549-48A5-B8F0-4FE1DF2DB2E5}" dt="2026-07-29T15:13:04.063" v="2483" actId="1076"/>
          <ac:picMkLst>
            <pc:docMk/>
            <pc:sldMk cId="2238306213" sldId="329"/>
            <ac:picMk id="14" creationId="{0B269615-DB86-3B75-F3E3-2AABA19F5773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7-29T17:58:40.467" v="2696" actId="20577"/>
        <pc:sldMkLst>
          <pc:docMk/>
          <pc:sldMk cId="1757135373" sldId="330"/>
        </pc:sldMkLst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757135373" sldId="330"/>
            <ac:spMk id="3" creationId="{8553FF67-328B-6C6E-547E-B8946C488D45}"/>
          </ac:spMkLst>
        </pc:spChg>
        <pc:spChg chg="mod">
          <ac:chgData name="DANIEL ALBERTO PEREZ MORERA" userId="b71f61fa-2a10-40af-a76c-06b5b43d475d" providerId="ADAL" clId="{CCE38196-6549-48A5-B8F0-4FE1DF2DB2E5}" dt="2026-07-29T17:54:26.831" v="2693" actId="20577"/>
          <ac:spMkLst>
            <pc:docMk/>
            <pc:sldMk cId="1757135373" sldId="330"/>
            <ac:spMk id="4" creationId="{BA94A27C-CA55-93BE-3434-9D5A833115F9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757135373" sldId="330"/>
            <ac:spMk id="5" creationId="{BA4D0026-D993-4A63-8E7D-68B9D1DFB83E}"/>
          </ac:spMkLst>
        </pc:spChg>
        <pc:spChg chg="add del">
          <ac:chgData name="DANIEL ALBERTO PEREZ MORERA" userId="b71f61fa-2a10-40af-a76c-06b5b43d475d" providerId="ADAL" clId="{CCE38196-6549-48A5-B8F0-4FE1DF2DB2E5}" dt="2026-07-29T17:55:02.563" v="2695" actId="22"/>
          <ac:spMkLst>
            <pc:docMk/>
            <pc:sldMk cId="1757135373" sldId="330"/>
            <ac:spMk id="7" creationId="{913F01BC-4005-4382-6E87-71E8CDFDA517}"/>
          </ac:spMkLst>
        </pc:spChg>
        <pc:spChg chg="mod">
          <ac:chgData name="DANIEL ALBERTO PEREZ MORERA" userId="b71f61fa-2a10-40af-a76c-06b5b43d475d" providerId="ADAL" clId="{CCE38196-6549-48A5-B8F0-4FE1DF2DB2E5}" dt="2026-07-29T17:58:40.467" v="2696" actId="20577"/>
          <ac:spMkLst>
            <pc:docMk/>
            <pc:sldMk cId="1757135373" sldId="330"/>
            <ac:spMk id="9" creationId="{4580C4F4-0181-EAF3-E1B5-4FAD6ED062BE}"/>
          </ac:spMkLst>
        </pc:spChg>
        <pc:spChg chg="mod">
          <ac:chgData name="DANIEL ALBERTO PEREZ MORERA" userId="b71f61fa-2a10-40af-a76c-06b5b43d475d" providerId="ADAL" clId="{CCE38196-6549-48A5-B8F0-4FE1DF2DB2E5}" dt="2026-07-29T15:24:47.504" v="2608" actId="790"/>
          <ac:spMkLst>
            <pc:docMk/>
            <pc:sldMk cId="1757135373" sldId="330"/>
            <ac:spMk id="12" creationId="{41B126D8-C75A-6BEA-4BE7-07CFB0D44CF7}"/>
          </ac:spMkLst>
        </pc:spChg>
        <pc:picChg chg="add mod">
          <ac:chgData name="DANIEL ALBERTO PEREZ MORERA" userId="b71f61fa-2a10-40af-a76c-06b5b43d475d" providerId="ADAL" clId="{CCE38196-6549-48A5-B8F0-4FE1DF2DB2E5}" dt="2026-07-29T15:32:02.076" v="2616" actId="1076"/>
          <ac:picMkLst>
            <pc:docMk/>
            <pc:sldMk cId="1757135373" sldId="330"/>
            <ac:picMk id="6" creationId="{25ED253C-5F26-F974-D95C-9ABBB6DC34E4}"/>
          </ac:picMkLst>
        </pc:picChg>
        <pc:picChg chg="del mod">
          <ac:chgData name="DANIEL ALBERTO PEREZ MORERA" userId="b71f61fa-2a10-40af-a76c-06b5b43d475d" providerId="ADAL" clId="{CCE38196-6549-48A5-B8F0-4FE1DF2DB2E5}" dt="2026-07-29T15:31:55.647" v="2613" actId="478"/>
          <ac:picMkLst>
            <pc:docMk/>
            <pc:sldMk cId="1757135373" sldId="330"/>
            <ac:picMk id="7" creationId="{AC88A6D5-4917-2562-43E6-1B519EDE6AD4}"/>
          </ac:picMkLst>
        </pc:picChg>
        <pc:picChg chg="add mod">
          <ac:chgData name="DANIEL ALBERTO PEREZ MORERA" userId="b71f61fa-2a10-40af-a76c-06b5b43d475d" providerId="ADAL" clId="{CCE38196-6549-48A5-B8F0-4FE1DF2DB2E5}" dt="2026-07-29T15:32:50.861" v="2624" actId="1076"/>
          <ac:picMkLst>
            <pc:docMk/>
            <pc:sldMk cId="1757135373" sldId="330"/>
            <ac:picMk id="10" creationId="{7AF8C0EB-D9AF-6C2C-8E84-5418BF233C6E}"/>
          </ac:picMkLst>
        </pc:picChg>
        <pc:picChg chg="del mod">
          <ac:chgData name="DANIEL ALBERTO PEREZ MORERA" userId="b71f61fa-2a10-40af-a76c-06b5b43d475d" providerId="ADAL" clId="{CCE38196-6549-48A5-B8F0-4FE1DF2DB2E5}" dt="2026-07-29T15:32:31.962" v="2617" actId="478"/>
          <ac:picMkLst>
            <pc:docMk/>
            <pc:sldMk cId="1757135373" sldId="330"/>
            <ac:picMk id="11" creationId="{94BECCA6-FDBF-326D-986D-1340FBBED78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/>
      <dgm:spPr/>
      <dgm:t>
        <a:bodyPr/>
        <a:lstStyle/>
        <a:p>
          <a:r>
            <a:rPr lang="es-CR" noProof="0" dirty="0"/>
            <a:t>Pandas es una biblioteca de Python que se utiliza para trabajar con conjuntos de datos.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ED8A7F55-4929-49B3-A2A0-A82745BA64D5}">
      <dgm:prSet/>
      <dgm:spPr/>
      <dgm:t>
        <a:bodyPr/>
        <a:lstStyle/>
        <a:p>
          <a:r>
            <a:rPr lang="es-CR" noProof="0" dirty="0"/>
            <a:t>Cuenta con funciones para analizar, limpiar, explorar y manipular datos.</a:t>
          </a:r>
        </a:p>
      </dgm:t>
    </dgm:pt>
    <dgm:pt modelId="{A87AC719-84F6-4D1A-A8D0-73D03D899346}" type="parTrans" cxnId="{37FE7190-8775-46AD-AB77-03295FB93673}">
      <dgm:prSet/>
      <dgm:spPr/>
      <dgm:t>
        <a:bodyPr/>
        <a:lstStyle/>
        <a:p>
          <a:endParaRPr lang="en-US"/>
        </a:p>
      </dgm:t>
    </dgm:pt>
    <dgm:pt modelId="{C81DA3A3-2D9A-4FC2-9D52-36E9D2BAB36A}" type="sibTrans" cxnId="{37FE7190-8775-46AD-AB77-03295FB93673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54FDFFA4-5D57-47A7-8694-6BCB8CD387C6}" type="pres">
      <dgm:prSet presAssocID="{ED8A7F55-4929-49B3-A2A0-A82745BA64D5}" presName="hierRoot1" presStyleCnt="0"/>
      <dgm:spPr/>
    </dgm:pt>
    <dgm:pt modelId="{E0FDA1EC-8FD9-4371-AE00-09ED38EE93FF}" type="pres">
      <dgm:prSet presAssocID="{ED8A7F55-4929-49B3-A2A0-A82745BA64D5}" presName="composite" presStyleCnt="0"/>
      <dgm:spPr/>
    </dgm:pt>
    <dgm:pt modelId="{FEFA197A-2A6E-460A-BCEF-854487BE1031}" type="pres">
      <dgm:prSet presAssocID="{ED8A7F55-4929-49B3-A2A0-A82745BA64D5}" presName="background" presStyleLbl="node0" presStyleIdx="1" presStyleCnt="2"/>
      <dgm:spPr/>
    </dgm:pt>
    <dgm:pt modelId="{72AB1257-4687-4E89-A348-E3A8B54CFB6D}" type="pres">
      <dgm:prSet presAssocID="{ED8A7F55-4929-49B3-A2A0-A82745BA64D5}" presName="text" presStyleLbl="fgAcc0" presStyleIdx="1" presStyleCnt="2">
        <dgm:presLayoutVars>
          <dgm:chPref val="3"/>
        </dgm:presLayoutVars>
      </dgm:prSet>
      <dgm:spPr/>
    </dgm:pt>
    <dgm:pt modelId="{B53479DF-4E9C-479F-8961-C36CE17B281B}" type="pres">
      <dgm:prSet presAssocID="{ED8A7F55-4929-49B3-A2A0-A82745BA64D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C7F71A59-2AD3-4AAA-879D-02675A06EF9C}" type="presOf" srcId="{ED8A7F55-4929-49B3-A2A0-A82745BA64D5}" destId="{72AB1257-4687-4E89-A348-E3A8B54CFB6D}" srcOrd="0" destOrd="0" presId="urn:microsoft.com/office/officeart/2005/8/layout/hierarchy1"/>
    <dgm:cxn modelId="{37FE7190-8775-46AD-AB77-03295FB93673}" srcId="{459C873E-1B8F-4430-B470-ADE7F1CEE06F}" destId="{ED8A7F55-4929-49B3-A2A0-A82745BA64D5}" srcOrd="1" destOrd="0" parTransId="{A87AC719-84F6-4D1A-A8D0-73D03D899346}" sibTransId="{C81DA3A3-2D9A-4FC2-9D52-36E9D2BAB36A}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311D1A5D-9452-447C-B931-F05AAB34F61E}" type="presParOf" srcId="{AFA9567D-F5E6-4484-86CE-614B07475BBC}" destId="{54FDFFA4-5D57-47A7-8694-6BCB8CD387C6}" srcOrd="1" destOrd="0" presId="urn:microsoft.com/office/officeart/2005/8/layout/hierarchy1"/>
    <dgm:cxn modelId="{2500527C-53DE-45E7-A494-D6A31A774CAC}" type="presParOf" srcId="{54FDFFA4-5D57-47A7-8694-6BCB8CD387C6}" destId="{E0FDA1EC-8FD9-4371-AE00-09ED38EE93FF}" srcOrd="0" destOrd="0" presId="urn:microsoft.com/office/officeart/2005/8/layout/hierarchy1"/>
    <dgm:cxn modelId="{1664A3E3-27F4-4C9D-9330-24F63E80FB96}" type="presParOf" srcId="{E0FDA1EC-8FD9-4371-AE00-09ED38EE93FF}" destId="{FEFA197A-2A6E-460A-BCEF-854487BE1031}" srcOrd="0" destOrd="0" presId="urn:microsoft.com/office/officeart/2005/8/layout/hierarchy1"/>
    <dgm:cxn modelId="{C70198F3-7A28-45D1-BD27-DEECEDCEA1FB}" type="presParOf" srcId="{E0FDA1EC-8FD9-4371-AE00-09ED38EE93FF}" destId="{72AB1257-4687-4E89-A348-E3A8B54CFB6D}" srcOrd="1" destOrd="0" presId="urn:microsoft.com/office/officeart/2005/8/layout/hierarchy1"/>
    <dgm:cxn modelId="{1C934F4D-7F1E-402B-88B8-F7BB5A735CB5}" type="presParOf" srcId="{54FDFFA4-5D57-47A7-8694-6BCB8CD387C6}" destId="{B53479DF-4E9C-479F-8961-C36CE17B28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r>
            <a:rPr lang="es-CR" sz="3300" noProof="0" dirty="0"/>
            <a:t>Pandas nos permite analizar grandes conjuntos de datos y extraer conclusiones.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ED8A7F55-4929-49B3-A2A0-A82745BA64D5}">
      <dgm:prSet custT="1"/>
      <dgm:spPr/>
      <dgm:t>
        <a:bodyPr/>
        <a:lstStyle/>
        <a:p>
          <a:r>
            <a:rPr lang="es-CR" sz="3300" noProof="0" dirty="0"/>
            <a:t>Pandas puede limpiar conjuntos de datos desordenados, haciéndolos legibles y relevantes.</a:t>
          </a:r>
        </a:p>
      </dgm:t>
    </dgm:pt>
    <dgm:pt modelId="{A87AC719-84F6-4D1A-A8D0-73D03D899346}" type="parTrans" cxnId="{37FE7190-8775-46AD-AB77-03295FB93673}">
      <dgm:prSet/>
      <dgm:spPr/>
      <dgm:t>
        <a:bodyPr/>
        <a:lstStyle/>
        <a:p>
          <a:endParaRPr lang="en-US"/>
        </a:p>
      </dgm:t>
    </dgm:pt>
    <dgm:pt modelId="{C81DA3A3-2D9A-4FC2-9D52-36E9D2BAB36A}" type="sibTrans" cxnId="{37FE7190-8775-46AD-AB77-03295FB93673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54FDFFA4-5D57-47A7-8694-6BCB8CD387C6}" type="pres">
      <dgm:prSet presAssocID="{ED8A7F55-4929-49B3-A2A0-A82745BA64D5}" presName="hierRoot1" presStyleCnt="0"/>
      <dgm:spPr/>
    </dgm:pt>
    <dgm:pt modelId="{E0FDA1EC-8FD9-4371-AE00-09ED38EE93FF}" type="pres">
      <dgm:prSet presAssocID="{ED8A7F55-4929-49B3-A2A0-A82745BA64D5}" presName="composite" presStyleCnt="0"/>
      <dgm:spPr/>
    </dgm:pt>
    <dgm:pt modelId="{FEFA197A-2A6E-460A-BCEF-854487BE1031}" type="pres">
      <dgm:prSet presAssocID="{ED8A7F55-4929-49B3-A2A0-A82745BA64D5}" presName="background" presStyleLbl="node0" presStyleIdx="1" presStyleCnt="2"/>
      <dgm:spPr/>
    </dgm:pt>
    <dgm:pt modelId="{72AB1257-4687-4E89-A348-E3A8B54CFB6D}" type="pres">
      <dgm:prSet presAssocID="{ED8A7F55-4929-49B3-A2A0-A82745BA64D5}" presName="text" presStyleLbl="fgAcc0" presStyleIdx="1" presStyleCnt="2">
        <dgm:presLayoutVars>
          <dgm:chPref val="3"/>
        </dgm:presLayoutVars>
      </dgm:prSet>
      <dgm:spPr/>
    </dgm:pt>
    <dgm:pt modelId="{B53479DF-4E9C-479F-8961-C36CE17B281B}" type="pres">
      <dgm:prSet presAssocID="{ED8A7F55-4929-49B3-A2A0-A82745BA64D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C7F71A59-2AD3-4AAA-879D-02675A06EF9C}" type="presOf" srcId="{ED8A7F55-4929-49B3-A2A0-A82745BA64D5}" destId="{72AB1257-4687-4E89-A348-E3A8B54CFB6D}" srcOrd="0" destOrd="0" presId="urn:microsoft.com/office/officeart/2005/8/layout/hierarchy1"/>
    <dgm:cxn modelId="{37FE7190-8775-46AD-AB77-03295FB93673}" srcId="{459C873E-1B8F-4430-B470-ADE7F1CEE06F}" destId="{ED8A7F55-4929-49B3-A2A0-A82745BA64D5}" srcOrd="1" destOrd="0" parTransId="{A87AC719-84F6-4D1A-A8D0-73D03D899346}" sibTransId="{C81DA3A3-2D9A-4FC2-9D52-36E9D2BAB36A}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311D1A5D-9452-447C-B931-F05AAB34F61E}" type="presParOf" srcId="{AFA9567D-F5E6-4484-86CE-614B07475BBC}" destId="{54FDFFA4-5D57-47A7-8694-6BCB8CD387C6}" srcOrd="1" destOrd="0" presId="urn:microsoft.com/office/officeart/2005/8/layout/hierarchy1"/>
    <dgm:cxn modelId="{2500527C-53DE-45E7-A494-D6A31A774CAC}" type="presParOf" srcId="{54FDFFA4-5D57-47A7-8694-6BCB8CD387C6}" destId="{E0FDA1EC-8FD9-4371-AE00-09ED38EE93FF}" srcOrd="0" destOrd="0" presId="urn:microsoft.com/office/officeart/2005/8/layout/hierarchy1"/>
    <dgm:cxn modelId="{1664A3E3-27F4-4C9D-9330-24F63E80FB96}" type="presParOf" srcId="{E0FDA1EC-8FD9-4371-AE00-09ED38EE93FF}" destId="{FEFA197A-2A6E-460A-BCEF-854487BE1031}" srcOrd="0" destOrd="0" presId="urn:microsoft.com/office/officeart/2005/8/layout/hierarchy1"/>
    <dgm:cxn modelId="{C70198F3-7A28-45D1-BD27-DEECEDCEA1FB}" type="presParOf" srcId="{E0FDA1EC-8FD9-4371-AE00-09ED38EE93FF}" destId="{72AB1257-4687-4E89-A348-E3A8B54CFB6D}" srcOrd="1" destOrd="0" presId="urn:microsoft.com/office/officeart/2005/8/layout/hierarchy1"/>
    <dgm:cxn modelId="{1C934F4D-7F1E-402B-88B8-F7BB5A735CB5}" type="presParOf" srcId="{54FDFFA4-5D57-47A7-8694-6BCB8CD387C6}" destId="{B53479DF-4E9C-479F-8961-C36CE17B28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r>
            <a:rPr lang="es-CR" sz="2400" noProof="0" dirty="0"/>
            <a:t>¿Existe correlación entre dos o más columnas?
¿Cuál es el valor promedio?
¿El valor máximo?
¿El valor mínimo?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ED8A7F55-4929-49B3-A2A0-A82745BA64D5}">
      <dgm:prSet custT="1"/>
      <dgm:spPr/>
      <dgm:t>
        <a:bodyPr/>
        <a:lstStyle/>
        <a:p>
          <a:r>
            <a:rPr lang="es-CR" sz="2400" noProof="0" dirty="0"/>
            <a:t>Pandas también puede eliminar filas irrelevantes o que contengan valores erróneos, como valores vacíos o nulos. Esto se conoce como limpieza de datos.</a:t>
          </a:r>
        </a:p>
      </dgm:t>
    </dgm:pt>
    <dgm:pt modelId="{A87AC719-84F6-4D1A-A8D0-73D03D899346}" type="parTrans" cxnId="{37FE7190-8775-46AD-AB77-03295FB93673}">
      <dgm:prSet/>
      <dgm:spPr/>
      <dgm:t>
        <a:bodyPr/>
        <a:lstStyle/>
        <a:p>
          <a:endParaRPr lang="en-US"/>
        </a:p>
      </dgm:t>
    </dgm:pt>
    <dgm:pt modelId="{C81DA3A3-2D9A-4FC2-9D52-36E9D2BAB36A}" type="sibTrans" cxnId="{37FE7190-8775-46AD-AB77-03295FB93673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54FDFFA4-5D57-47A7-8694-6BCB8CD387C6}" type="pres">
      <dgm:prSet presAssocID="{ED8A7F55-4929-49B3-A2A0-A82745BA64D5}" presName="hierRoot1" presStyleCnt="0"/>
      <dgm:spPr/>
    </dgm:pt>
    <dgm:pt modelId="{E0FDA1EC-8FD9-4371-AE00-09ED38EE93FF}" type="pres">
      <dgm:prSet presAssocID="{ED8A7F55-4929-49B3-A2A0-A82745BA64D5}" presName="composite" presStyleCnt="0"/>
      <dgm:spPr/>
    </dgm:pt>
    <dgm:pt modelId="{FEFA197A-2A6E-460A-BCEF-854487BE1031}" type="pres">
      <dgm:prSet presAssocID="{ED8A7F55-4929-49B3-A2A0-A82745BA64D5}" presName="background" presStyleLbl="node0" presStyleIdx="1" presStyleCnt="2"/>
      <dgm:spPr/>
    </dgm:pt>
    <dgm:pt modelId="{72AB1257-4687-4E89-A348-E3A8B54CFB6D}" type="pres">
      <dgm:prSet presAssocID="{ED8A7F55-4929-49B3-A2A0-A82745BA64D5}" presName="text" presStyleLbl="fgAcc0" presStyleIdx="1" presStyleCnt="2">
        <dgm:presLayoutVars>
          <dgm:chPref val="3"/>
        </dgm:presLayoutVars>
      </dgm:prSet>
      <dgm:spPr/>
    </dgm:pt>
    <dgm:pt modelId="{B53479DF-4E9C-479F-8961-C36CE17B281B}" type="pres">
      <dgm:prSet presAssocID="{ED8A7F55-4929-49B3-A2A0-A82745BA64D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C7F71A59-2AD3-4AAA-879D-02675A06EF9C}" type="presOf" srcId="{ED8A7F55-4929-49B3-A2A0-A82745BA64D5}" destId="{72AB1257-4687-4E89-A348-E3A8B54CFB6D}" srcOrd="0" destOrd="0" presId="urn:microsoft.com/office/officeart/2005/8/layout/hierarchy1"/>
    <dgm:cxn modelId="{37FE7190-8775-46AD-AB77-03295FB93673}" srcId="{459C873E-1B8F-4430-B470-ADE7F1CEE06F}" destId="{ED8A7F55-4929-49B3-A2A0-A82745BA64D5}" srcOrd="1" destOrd="0" parTransId="{A87AC719-84F6-4D1A-A8D0-73D03D899346}" sibTransId="{C81DA3A3-2D9A-4FC2-9D52-36E9D2BAB36A}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311D1A5D-9452-447C-B931-F05AAB34F61E}" type="presParOf" srcId="{AFA9567D-F5E6-4484-86CE-614B07475BBC}" destId="{54FDFFA4-5D57-47A7-8694-6BCB8CD387C6}" srcOrd="1" destOrd="0" presId="urn:microsoft.com/office/officeart/2005/8/layout/hierarchy1"/>
    <dgm:cxn modelId="{2500527C-53DE-45E7-A494-D6A31A774CAC}" type="presParOf" srcId="{54FDFFA4-5D57-47A7-8694-6BCB8CD387C6}" destId="{E0FDA1EC-8FD9-4371-AE00-09ED38EE93FF}" srcOrd="0" destOrd="0" presId="urn:microsoft.com/office/officeart/2005/8/layout/hierarchy1"/>
    <dgm:cxn modelId="{1664A3E3-27F4-4C9D-9330-24F63E80FB96}" type="presParOf" srcId="{E0FDA1EC-8FD9-4371-AE00-09ED38EE93FF}" destId="{FEFA197A-2A6E-460A-BCEF-854487BE1031}" srcOrd="0" destOrd="0" presId="urn:microsoft.com/office/officeart/2005/8/layout/hierarchy1"/>
    <dgm:cxn modelId="{C70198F3-7A28-45D1-BD27-DEECEDCEA1FB}" type="presParOf" srcId="{E0FDA1EC-8FD9-4371-AE00-09ED38EE93FF}" destId="{72AB1257-4687-4E89-A348-E3A8B54CFB6D}" srcOrd="1" destOrd="0" presId="urn:microsoft.com/office/officeart/2005/8/layout/hierarchy1"/>
    <dgm:cxn modelId="{1C934F4D-7F1E-402B-88B8-F7BB5A735CB5}" type="presParOf" srcId="{54FDFFA4-5D57-47A7-8694-6BCB8CD387C6}" destId="{B53479DF-4E9C-479F-8961-C36CE17B28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300" kern="1200" noProof="0" dirty="0"/>
            <a:t>Pandas es una biblioteca de Python que se utiliza para trabajar con conjuntos de datos.</a:t>
          </a:r>
        </a:p>
      </dsp:txBody>
      <dsp:txXfrm>
        <a:off x="560236" y="832323"/>
        <a:ext cx="4149382" cy="2576345"/>
      </dsp:txXfrm>
    </dsp:sp>
    <dsp:sp modelId="{FEFA197A-2A6E-460A-BCEF-854487BE103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B1257-4687-4E89-A348-E3A8B54CFB6D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300" kern="1200" noProof="0" dirty="0"/>
            <a:t>Cuenta con funciones para analizar, limpiar, explorar y manipular datos.</a:t>
          </a:r>
        </a:p>
      </dsp:txBody>
      <dsp:txXfrm>
        <a:off x="5827635" y="832323"/>
        <a:ext cx="4149382" cy="2576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300" kern="1200" noProof="0" dirty="0"/>
            <a:t>Pandas nos permite analizar grandes conjuntos de datos y extraer conclusiones.</a:t>
          </a:r>
        </a:p>
      </dsp:txBody>
      <dsp:txXfrm>
        <a:off x="560236" y="832323"/>
        <a:ext cx="4149382" cy="2576345"/>
      </dsp:txXfrm>
    </dsp:sp>
    <dsp:sp modelId="{FEFA197A-2A6E-460A-BCEF-854487BE103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B1257-4687-4E89-A348-E3A8B54CFB6D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3300" kern="1200" noProof="0" dirty="0"/>
            <a:t>Pandas puede limpiar conjuntos de datos desordenados, haciéndolos legibles y relevantes.</a:t>
          </a:r>
        </a:p>
      </dsp:txBody>
      <dsp:txXfrm>
        <a:off x="5827635" y="832323"/>
        <a:ext cx="4149382" cy="2576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¿Existe correlación entre dos o más columnas?
¿Cuál es el valor promedio?
¿El valor máximo?
¿El valor mínimo?</a:t>
          </a:r>
        </a:p>
      </dsp:txBody>
      <dsp:txXfrm>
        <a:off x="560236" y="832323"/>
        <a:ext cx="4149382" cy="2576345"/>
      </dsp:txXfrm>
    </dsp:sp>
    <dsp:sp modelId="{FEFA197A-2A6E-460A-BCEF-854487BE1031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B1257-4687-4E89-A348-E3A8B54CFB6D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Pandas también puede eliminar filas irrelevantes o que contengan valores erróneos, como valores vacíos o nulos. Esto se conoce como limpieza de datos.</a:t>
          </a:r>
        </a:p>
      </dsp:txBody>
      <dsp:txXfrm>
        <a:off x="5827635" y="832323"/>
        <a:ext cx="4149382" cy="2576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CR" noProof="0" dirty="0"/>
              <a:t>Análisis de datos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noProof="0" dirty="0"/>
              <a:t>Bach. Daniel Pérez Morera</a:t>
            </a:r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¿Que es Pandas?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9AF9844-44B7-FB1C-EEB5-4DAEC1DC7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82156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1DCC5-DDCE-32EF-9E6B-4DA472B9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90AE-BA8A-92B0-9079-B9A3E598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¿Por qué usar Pandas?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61C446A-50EA-1E13-30F0-CC4640C5B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21183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901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9E2E4-DBD2-EADD-A9E6-7B4AA5CC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B368-DDF2-55DB-05C3-012ABC93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b="1" noProof="0" dirty="0"/>
              <a:t>¿Qué puede hacer Pandas?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E2DEFCF-35C9-92D3-A73B-3323C47F9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03816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395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BCC3E-8742-532B-55F1-E1FDB3A9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Primeros pasos con los pandas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0A6F0D-5AA3-F452-90CB-26C682C8F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Importar pandas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B046909-1764-012D-CCA7-4C41A3583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Instalación de Pandas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D5E2B57D-DDCF-8CF4-94D4-551C2C4499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3585436"/>
            <a:ext cx="4938712" cy="1280978"/>
          </a:xfrm>
          <a:prstGeom prst="rect">
            <a:avLst/>
          </a:prstGeom>
        </p:spPr>
      </p:pic>
      <p:pic>
        <p:nvPicPr>
          <p:cNvPr id="19" name="Marcador de contenido 18">
            <a:extLst>
              <a:ext uri="{FF2B5EF4-FFF2-40B4-BE49-F238E27FC236}">
                <a16:creationId xmlns:a16="http://schemas.microsoft.com/office/drawing/2014/main" id="{8748AD65-5C54-64DB-8C72-CCA835E4F30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585642"/>
            <a:ext cx="4937125" cy="128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82E5-0DE5-3E50-9B73-EA2C950B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B343A8-3DB7-D2E3-9E3E-1A44064FC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noProof="0" dirty="0"/>
              <a:t>Crea una serie simple de Pandas a partir de una lista: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8CAD73A-147C-96C1-A363-76DF9565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Serie de Pandas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A01889EA-6DC2-5B92-46AF-DCBC204DB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1737360"/>
            <a:ext cx="4937760" cy="4131735"/>
          </a:xfrm>
        </p:spPr>
        <p:txBody>
          <a:bodyPr>
            <a:normAutofit/>
          </a:bodyPr>
          <a:lstStyle/>
          <a:p>
            <a:pPr lvl="1"/>
            <a:r>
              <a:rPr lang="es-CR" sz="2000" noProof="0" dirty="0"/>
              <a:t>Una serie de Pandas es como una columna en una tabla. </a:t>
            </a:r>
          </a:p>
          <a:p>
            <a:pPr lvl="1"/>
            <a:r>
              <a:rPr lang="es-CR" sz="2000" noProof="0" dirty="0"/>
              <a:t>Es una matriz unidimensional que almacena datos de cualquier tipo.</a:t>
            </a:r>
          </a:p>
          <a:p>
            <a:pPr lvl="1"/>
            <a:r>
              <a:rPr lang="es-CR" sz="2000" noProof="0" dirty="0"/>
              <a:t>Si no se especifica nada, los valores se etiquetan con su índice. </a:t>
            </a:r>
          </a:p>
          <a:p>
            <a:pPr lvl="1"/>
            <a:r>
              <a:rPr lang="es-CR" sz="2000" noProof="0" dirty="0"/>
              <a:t>Esta etiqueta se puede usar para acceder a un valor específico.</a:t>
            </a:r>
          </a:p>
          <a:p>
            <a:endParaRPr lang="es-CR" noProof="0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C2BF9D30-DC21-93ED-EB28-A260CD93E32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70589" y="2582863"/>
            <a:ext cx="4632422" cy="32861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C35E240-FA5F-E2DA-1890-5C33820B7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946" y="4383580"/>
            <a:ext cx="3736428" cy="177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3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B9AF-6E48-4CED-E19C-DF7A2016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41ADD4-D02A-BF65-1973-E813A0F50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CR" noProof="0" dirty="0"/>
              <a:t>Con el argumento de índice, puedes nombrar tus propias etiquetas.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F7C78-14CF-374E-C1A5-D808C5591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es-CR" noProof="0" dirty="0"/>
              <a:t>También puedes utilizar un objeto como un diccionario, al crear una Serie.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D3CB3854-FA8D-17F8-8D49-5435249D00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2728420"/>
            <a:ext cx="4938712" cy="299501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DC8DEF42-493C-7391-AC6F-EF3EBF41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Serie de Pandas</a:t>
            </a:r>
          </a:p>
        </p:txBody>
      </p:sp>
      <p:pic>
        <p:nvPicPr>
          <p:cNvPr id="18" name="Marcador de contenido 17">
            <a:extLst>
              <a:ext uri="{FF2B5EF4-FFF2-40B4-BE49-F238E27FC236}">
                <a16:creationId xmlns:a16="http://schemas.microsoft.com/office/drawing/2014/main" id="{E93673BB-F888-405E-EA8A-3B55B11D48C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082360"/>
            <a:ext cx="4937125" cy="228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3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E76C-D66B-896E-2212-A6F92313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903FA1EE-3930-13CA-8C73-7B3AC802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R" noProof="0" dirty="0" err="1"/>
              <a:t>DataFrames</a:t>
            </a:r>
            <a:endParaRPr lang="es-CR" noProof="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F8D6DE0-1176-2270-6624-87DD2EDAF3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s-CR" sz="2000" noProof="0" dirty="0"/>
              <a:t>Un </a:t>
            </a:r>
            <a:r>
              <a:rPr lang="es-CR" sz="2000" noProof="0" dirty="0" err="1"/>
              <a:t>DataFrame</a:t>
            </a:r>
            <a:r>
              <a:rPr lang="es-CR" sz="2000" noProof="0" dirty="0"/>
              <a:t> de Pandas es una estructura de datos bidimensional, como una matriz bidimensional o una tabla con filas y columnas.</a:t>
            </a:r>
          </a:p>
          <a:p>
            <a:pPr lvl="1"/>
            <a:r>
              <a:rPr lang="es-CR" sz="2000" noProof="0" dirty="0"/>
              <a:t>Una Serie es como una columna, mientras que un </a:t>
            </a:r>
            <a:r>
              <a:rPr lang="es-CR" sz="2000" noProof="0" dirty="0" err="1"/>
              <a:t>DataFrame</a:t>
            </a:r>
            <a:r>
              <a:rPr lang="es-CR" sz="2000" noProof="0" dirty="0"/>
              <a:t> es la tabla completa.</a:t>
            </a:r>
          </a:p>
          <a:p>
            <a:endParaRPr lang="es-CR" noProof="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4F288F3-3290-2882-F2F4-5A80293EFB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9" t="27439" r="29268" b="14577"/>
          <a:stretch>
            <a:fillRect/>
          </a:stretch>
        </p:blipFill>
        <p:spPr>
          <a:xfrm>
            <a:off x="2218208" y="4643707"/>
            <a:ext cx="2695904" cy="1198180"/>
          </a:xfrm>
          <a:prstGeom prst="rect">
            <a:avLst/>
          </a:prstGeom>
        </p:spPr>
      </p:pic>
      <p:pic>
        <p:nvPicPr>
          <p:cNvPr id="23" name="Marcador de contenido 19">
            <a:extLst>
              <a:ext uri="{FF2B5EF4-FFF2-40B4-BE49-F238E27FC236}">
                <a16:creationId xmlns:a16="http://schemas.microsoft.com/office/drawing/2014/main" id="{4D602C95-4916-83A7-99AF-7B931496316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40760" y="2582863"/>
            <a:ext cx="4292081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9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3811-D8FD-9399-B2FD-1CA3F27B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588EC3-25A9-3FD2-BF25-D7A107F2C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Localizar fila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7AACAF-CC49-87E7-2FB4-08FF1A79D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Índices con nombre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2C2B2229-7B5D-EFC2-0DDA-DB087A8E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 err="1"/>
              <a:t>DataFrames</a:t>
            </a:r>
            <a:endParaRPr lang="es-CR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EC1A76-A8A0-3444-BFEF-AE9C392E4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632287"/>
            <a:ext cx="4937760" cy="3286760"/>
          </a:xfrm>
        </p:spPr>
        <p:txBody>
          <a:bodyPr/>
          <a:lstStyle/>
          <a:p>
            <a:r>
              <a:rPr lang="es-CR" noProof="0" dirty="0"/>
              <a:t>Como se puede observar en el resultado anterior, el </a:t>
            </a:r>
            <a:r>
              <a:rPr lang="es-CR" noProof="0" dirty="0" err="1"/>
              <a:t>DataFrame</a:t>
            </a:r>
            <a:r>
              <a:rPr lang="es-CR" noProof="0" dirty="0"/>
              <a:t> se comporta como una tabla con filas y columnas.</a:t>
            </a:r>
          </a:p>
          <a:p>
            <a:r>
              <a:rPr lang="es-CR" noProof="0" dirty="0"/>
              <a:t>Pandas utiliza el atributo </a:t>
            </a:r>
            <a:r>
              <a:rPr lang="es-CR" b="1" noProof="0" dirty="0" err="1"/>
              <a:t>loc</a:t>
            </a:r>
            <a:r>
              <a:rPr lang="es-CR" noProof="0" dirty="0"/>
              <a:t> para devolver una o más filas específicas.</a:t>
            </a:r>
            <a:br>
              <a:rPr lang="es-CR" noProof="0" dirty="0"/>
            </a:br>
            <a:endParaRPr lang="es-CR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E8B9F12-0EEA-7B4B-1826-D068C66C0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489" y="4508298"/>
            <a:ext cx="4853551" cy="1183053"/>
          </a:xfrm>
          <a:prstGeom prst="rect">
            <a:avLst/>
          </a:prstGeom>
        </p:spPr>
      </p:pic>
      <p:sp>
        <p:nvSpPr>
          <p:cNvPr id="20" name="Marcador de contenido 19">
            <a:extLst>
              <a:ext uri="{FF2B5EF4-FFF2-40B4-BE49-F238E27FC236}">
                <a16:creationId xmlns:a16="http://schemas.microsoft.com/office/drawing/2014/main" id="{CD697479-1600-DDD3-57F1-237B9582D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1"/>
            <a:r>
              <a:rPr lang="es-CR" noProof="0" dirty="0"/>
              <a:t>Con el argumento </a:t>
            </a:r>
            <a:r>
              <a:rPr lang="es-CR" b="1" noProof="0" dirty="0" err="1"/>
              <a:t>index</a:t>
            </a:r>
            <a:r>
              <a:rPr lang="es-CR" noProof="0" dirty="0"/>
              <a:t>, puedes definir tus propios índices.</a:t>
            </a:r>
          </a:p>
          <a:p>
            <a:pPr lvl="1"/>
            <a:r>
              <a:rPr lang="es-CR" noProof="0" dirty="0"/>
              <a:t>Utiliza el índice especificado en el atributo </a:t>
            </a:r>
            <a:r>
              <a:rPr lang="es-CR" b="1" noProof="0" dirty="0" err="1"/>
              <a:t>loc</a:t>
            </a:r>
            <a:r>
              <a:rPr lang="es-CR" noProof="0" dirty="0"/>
              <a:t> para obtener la(s) fila(s) indicada(s).</a:t>
            </a:r>
            <a:br>
              <a:rPr lang="es-CR" noProof="0" dirty="0"/>
            </a:br>
            <a:endParaRPr lang="es-CR" noProof="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AB5B5F6D-B471-E595-D277-263F7448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843" y="3813465"/>
            <a:ext cx="3277914" cy="25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4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87B6-C111-A234-C39C-2E913280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6E2619-DAAE-27A1-2A80-4E692739C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Leer CSV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B4CFF8-E84D-1F9B-2C28-CFA746D22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Leer JSON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0E0A4227-400F-3CBF-2386-22E49E57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Leer archivos</a:t>
            </a:r>
          </a:p>
        </p:txBody>
      </p:sp>
      <p:pic>
        <p:nvPicPr>
          <p:cNvPr id="29" name="Marcador de contenido 28">
            <a:extLst>
              <a:ext uri="{FF2B5EF4-FFF2-40B4-BE49-F238E27FC236}">
                <a16:creationId xmlns:a16="http://schemas.microsoft.com/office/drawing/2014/main" id="{448A53E0-6EE6-3BDF-BB71-C4195F8F1DE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18238" y="3053358"/>
            <a:ext cx="4937125" cy="2345134"/>
          </a:xfrm>
          <a:prstGeom prst="rect">
            <a:avLst/>
          </a:prstGeom>
        </p:spPr>
      </p:pic>
      <p:pic>
        <p:nvPicPr>
          <p:cNvPr id="27" name="Marcador de contenido 5">
            <a:extLst>
              <a:ext uri="{FF2B5EF4-FFF2-40B4-BE49-F238E27FC236}">
                <a16:creationId xmlns:a16="http://schemas.microsoft.com/office/drawing/2014/main" id="{6B42ED2E-4752-8806-4DBD-A49F00D6C2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96963" y="3102987"/>
            <a:ext cx="4938712" cy="234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5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4A59-7497-72C6-3AC5-F5236A89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B892AC-4784-DEE1-CBE9-1A31D8E41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head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D82691-D879-E4AC-7CA4-0B81D2846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sz="2400" noProof="0" dirty="0" err="1"/>
              <a:t>tail</a:t>
            </a:r>
            <a:endParaRPr lang="es-CR" sz="2400" noProof="0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67233C23-7148-CB36-520F-79457015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Visualización de los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17454-79C2-009D-8AC9-D4F53B45C8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CR" noProof="0" dirty="0"/>
              <a:t>El método </a:t>
            </a:r>
            <a:r>
              <a:rPr lang="es-CR" b="1" noProof="0" dirty="0"/>
              <a:t>head() </a:t>
            </a:r>
            <a:r>
              <a:rPr lang="es-CR" noProof="0" dirty="0"/>
              <a:t>devuelve los encabezados y un número específico de filas, comenzando desde la parte superior.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8AAC90-F6F6-ADFD-B3CF-D97A8A4A3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580" y="3862144"/>
            <a:ext cx="4225159" cy="2006951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896D197-1ACB-123F-297F-DA310BAC7CA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CR" noProof="0" dirty="0"/>
              <a:t>El método </a:t>
            </a:r>
            <a:r>
              <a:rPr lang="es-CR" b="1" noProof="0" dirty="0" err="1"/>
              <a:t>tail</a:t>
            </a:r>
            <a:r>
              <a:rPr lang="es-CR" b="1" noProof="0" dirty="0"/>
              <a:t>()</a:t>
            </a:r>
            <a:r>
              <a:rPr lang="es-CR" noProof="0" dirty="0"/>
              <a:t> devuelve los encabezados y un número específico de filas, comenzando desde la parte inferior.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98E6BF-742A-6926-5C49-EB2933196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809" y="3905972"/>
            <a:ext cx="4040619" cy="19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9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08FA-64A1-D9C9-9BFA-37F540DE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81F596C4-2144-4739-5BB8-8F3B3D49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Información sobre los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BB553C-29E8-2822-DC1F-976927E562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s-CR" sz="2000" noProof="0" dirty="0"/>
              <a:t>El objeto </a:t>
            </a:r>
            <a:r>
              <a:rPr lang="es-CR" sz="2000" noProof="0" dirty="0" err="1"/>
              <a:t>DataFrames</a:t>
            </a:r>
            <a:r>
              <a:rPr lang="es-CR" sz="2000" noProof="0" dirty="0"/>
              <a:t> tiene un método llamado </a:t>
            </a:r>
            <a:r>
              <a:rPr lang="es-CR" sz="2000" b="1" noProof="0" dirty="0" err="1"/>
              <a:t>info</a:t>
            </a:r>
            <a:r>
              <a:rPr lang="es-CR" sz="2000" b="1" noProof="0" dirty="0"/>
              <a:t>()</a:t>
            </a:r>
            <a:r>
              <a:rPr lang="es-CR" sz="2000" noProof="0" dirty="0"/>
              <a:t>, que proporciona más información sobre el conjunto de datos.</a:t>
            </a:r>
          </a:p>
          <a:p>
            <a:pPr lvl="1"/>
            <a:r>
              <a:rPr lang="es-CR" sz="2000" noProof="0" dirty="0"/>
              <a:t>El resultado nos indica que hay 169 filas y 4 columnas.</a:t>
            </a:r>
          </a:p>
          <a:p>
            <a:pPr lvl="1"/>
            <a:r>
              <a:rPr lang="es-CR" sz="2000" noProof="0" dirty="0"/>
              <a:t>El nombre de cada columna, con el tipo de datos</a:t>
            </a:r>
          </a:p>
          <a:p>
            <a:pPr lvl="1"/>
            <a:r>
              <a:rPr lang="es-CR" sz="2000" noProof="0" dirty="0"/>
              <a:t>Cuántos valores no nulos hay en cada columna.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0B269615-DB86-3B75-F3E3-2AABA19F57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17920" y="2027977"/>
            <a:ext cx="4937760" cy="35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0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111D-5DBF-1E13-93E9-0DCC5BC6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53FF67-328B-6C6E-547E-B8946C488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Max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4D0026-D993-4A63-8E7D-68B9D1DFB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CR" sz="2400" noProof="0" dirty="0"/>
              <a:t>min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1B126D8-C75A-6BEA-4BE7-07CFB0D44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Información sobre los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4A27C-CA55-93BE-3434-9D5A833115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CR" noProof="0" dirty="0"/>
              <a:t>El método </a:t>
            </a:r>
            <a:r>
              <a:rPr lang="es-CR" b="1" noProof="0" dirty="0" err="1"/>
              <a:t>max</a:t>
            </a:r>
            <a:r>
              <a:rPr lang="es-CR" b="1" noProof="0" dirty="0"/>
              <a:t>() </a:t>
            </a:r>
            <a:r>
              <a:rPr lang="es-CR" noProof="0" dirty="0"/>
              <a:t>devuelve el máximo </a:t>
            </a:r>
            <a:r>
              <a:rPr lang="es-CR" dirty="0"/>
              <a:t>de una o varias columnas.</a:t>
            </a:r>
            <a:endParaRPr lang="es-CR" noProof="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4580C4F4-0181-EAF3-E1B5-4FAD6ED062B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CR" noProof="0" dirty="0"/>
              <a:t>El método </a:t>
            </a:r>
            <a:r>
              <a:rPr lang="es-CR" b="1" noProof="0" dirty="0"/>
              <a:t>min() </a:t>
            </a:r>
            <a:r>
              <a:rPr lang="es-CR" noProof="0" dirty="0"/>
              <a:t>devuelve el mínimo de una o varias columnas.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ED253C-5F26-F974-D95C-9ABBB6DC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3249375"/>
            <a:ext cx="5109210" cy="20989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AF8C0EB-D9AF-6C2C-8E84-5418BF233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410" y="3164855"/>
            <a:ext cx="5314950" cy="218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35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noProof="0" dirty="0"/>
              <a:t>Actividad 3:</a:t>
            </a:r>
            <a:r>
              <a:rPr lang="es-CR" noProof="0" dirty="0"/>
              <a:t> Análisis de datos con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27601" cy="4023359"/>
          </a:xfrm>
        </p:spPr>
        <p:txBody>
          <a:bodyPr>
            <a:normAutofit/>
          </a:bodyPr>
          <a:lstStyle/>
          <a:p>
            <a:r>
              <a:rPr lang="es-CR" noProof="0" dirty="0"/>
              <a:t>En esta actividad utilizará la biblioteca </a:t>
            </a:r>
            <a:r>
              <a:rPr lang="es-CR" b="1" noProof="0" dirty="0"/>
              <a:t>Pandas</a:t>
            </a:r>
            <a:r>
              <a:rPr lang="es-CR" noProof="0" dirty="0"/>
              <a:t> para crear y analizar un conjunto de datos (</a:t>
            </a:r>
            <a:r>
              <a:rPr lang="es-CR" noProof="0" dirty="0" err="1"/>
              <a:t>dataset</a:t>
            </a:r>
            <a:r>
              <a:rPr lang="es-CR" noProof="0" dirty="0"/>
              <a:t>) generado por la misma clase.</a:t>
            </a:r>
          </a:p>
          <a:p>
            <a:r>
              <a:rPr lang="es-CR" b="1" noProof="0" dirty="0"/>
              <a:t>Requisitos:</a:t>
            </a:r>
            <a:endParaRPr lang="es-CR" noProof="0" dirty="0"/>
          </a:p>
          <a:p>
            <a:pPr lvl="1"/>
            <a:r>
              <a:rPr lang="es-CR" noProof="0" dirty="0"/>
              <a:t>Utilice </a:t>
            </a:r>
            <a:r>
              <a:rPr lang="es-CR" b="1" noProof="0" dirty="0"/>
              <a:t>Microsoft Excel</a:t>
            </a:r>
            <a:r>
              <a:rPr lang="es-CR" noProof="0" dirty="0"/>
              <a:t> para crear un archivo </a:t>
            </a:r>
            <a:r>
              <a:rPr lang="es-CR" b="1" noProof="0" dirty="0"/>
              <a:t>CSV</a:t>
            </a:r>
            <a:r>
              <a:rPr lang="es-CR" noProof="0" dirty="0"/>
              <a:t> llamado estudiantes.csv. </a:t>
            </a:r>
          </a:p>
          <a:p>
            <a:pPr lvl="1"/>
            <a:r>
              <a:rPr lang="es-CR" noProof="0" dirty="0"/>
              <a:t>El archivo debe contener las siguientes columnas: </a:t>
            </a:r>
          </a:p>
          <a:p>
            <a:pPr lvl="2"/>
            <a:r>
              <a:rPr lang="es-CR" noProof="0" dirty="0"/>
              <a:t>Nombre </a:t>
            </a:r>
          </a:p>
          <a:p>
            <a:pPr lvl="2"/>
            <a:r>
              <a:rPr lang="es-CR" noProof="0" dirty="0"/>
              <a:t>Edad </a:t>
            </a:r>
          </a:p>
          <a:p>
            <a:pPr lvl="2"/>
            <a:r>
              <a:rPr lang="es-CR" noProof="0" dirty="0"/>
              <a:t>Estatura </a:t>
            </a:r>
          </a:p>
          <a:p>
            <a:pPr lvl="2"/>
            <a:r>
              <a:rPr lang="es-CR" noProof="0" dirty="0"/>
              <a:t>Para completar el archivo, recolecte la información de los estudiantes presentes en el aula. </a:t>
            </a:r>
          </a:p>
          <a:p>
            <a:pPr lvl="2"/>
            <a:r>
              <a:rPr lang="es-CR" noProof="0" dirty="0"/>
              <a:t>Guarde el archivo en formato </a:t>
            </a:r>
            <a:r>
              <a:rPr lang="es-CR" b="1" noProof="0" dirty="0"/>
              <a:t>CSV (delimitado por comas)</a:t>
            </a:r>
            <a:r>
              <a:rPr lang="es-CR" noProof="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687C0E-691B-B645-B7C4-6B3824BDED19}"/>
              </a:ext>
            </a:extLst>
          </p:cNvPr>
          <p:cNvSpPr txBox="1">
            <a:spLocks/>
          </p:cNvSpPr>
          <p:nvPr/>
        </p:nvSpPr>
        <p:spPr>
          <a:xfrm>
            <a:off x="6167120" y="1845733"/>
            <a:ext cx="4927601" cy="402335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s-CR" sz="2000" noProof="0" dirty="0"/>
              <a:t>Una vez creado el archivo, desarrolle un programa en </a:t>
            </a:r>
            <a:r>
              <a:rPr lang="es-CR" sz="2000" b="1" noProof="0" dirty="0"/>
              <a:t>Python</a:t>
            </a:r>
            <a:r>
              <a:rPr lang="es-CR" sz="2000" noProof="0" dirty="0"/>
              <a:t> utilizando </a:t>
            </a:r>
            <a:r>
              <a:rPr lang="es-CR" sz="2000" b="1" noProof="0" dirty="0"/>
              <a:t>Pandas</a:t>
            </a:r>
            <a:r>
              <a:rPr lang="es-CR" sz="2000" noProof="0" dirty="0"/>
              <a:t> que realice lo siguiente:</a:t>
            </a:r>
          </a:p>
          <a:p>
            <a:pPr lvl="1"/>
            <a:r>
              <a:rPr lang="es-CR" noProof="0" dirty="0"/>
              <a:t>Cargue el archivo estudiantes.csv.</a:t>
            </a:r>
          </a:p>
          <a:p>
            <a:pPr lvl="1"/>
            <a:r>
              <a:rPr lang="es-CR" noProof="0" dirty="0"/>
              <a:t>Muestre el contenido completo del </a:t>
            </a:r>
            <a:r>
              <a:rPr lang="es-CR" noProof="0" dirty="0" err="1"/>
              <a:t>dataset</a:t>
            </a:r>
            <a:r>
              <a:rPr lang="es-CR" noProof="0" dirty="0"/>
              <a:t>.</a:t>
            </a:r>
          </a:p>
          <a:p>
            <a:pPr lvl="1"/>
            <a:r>
              <a:rPr lang="es-CR" noProof="0" dirty="0"/>
              <a:t>Indique la persona con mayor edad.</a:t>
            </a:r>
          </a:p>
          <a:p>
            <a:pPr lvl="1"/>
            <a:r>
              <a:rPr lang="es-CR" noProof="0" dirty="0"/>
              <a:t>Indique la persona con menor edad.</a:t>
            </a:r>
          </a:p>
          <a:p>
            <a:pPr lvl="1"/>
            <a:r>
              <a:rPr lang="es-CR" noProof="0" dirty="0"/>
              <a:t>Indique la persona con mayor estatura.</a:t>
            </a:r>
          </a:p>
          <a:p>
            <a:pPr lvl="1"/>
            <a:r>
              <a:rPr lang="es-CR" noProof="0" dirty="0"/>
              <a:t>Indique la persona con menor estatura.</a:t>
            </a:r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624</TotalTime>
  <Words>637</Words>
  <Application>Microsoft Office PowerPoint</Application>
  <PresentationFormat>Panorámica</PresentationFormat>
  <Paragraphs>68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Calibri</vt:lpstr>
      <vt:lpstr>Calibri Light</vt:lpstr>
      <vt:lpstr>Retrospect</vt:lpstr>
      <vt:lpstr>Análisis de datos I</vt:lpstr>
      <vt:lpstr>¿Que es Pandas?</vt:lpstr>
      <vt:lpstr>¿Por qué usar Pandas?</vt:lpstr>
      <vt:lpstr>¿Qué puede hacer Pandas?</vt:lpstr>
      <vt:lpstr>Primeros pasos con los pandas</vt:lpstr>
      <vt:lpstr>Serie de Pandas</vt:lpstr>
      <vt:lpstr>Serie de Pandas</vt:lpstr>
      <vt:lpstr>DataFrames</vt:lpstr>
      <vt:lpstr>DataFrames</vt:lpstr>
      <vt:lpstr>Leer archivos</vt:lpstr>
      <vt:lpstr>Visualización de los datos</vt:lpstr>
      <vt:lpstr>Información sobre los datos</vt:lpstr>
      <vt:lpstr>Información sobre los datos</vt:lpstr>
      <vt:lpstr>Actividad 3: Análisis de datos con Pandas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2026-07-29T17:58:42Z</dcterms:modified>
</cp:coreProperties>
</file>