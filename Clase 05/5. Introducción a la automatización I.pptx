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4"/>
  </p:notesMasterIdLst>
  <p:sldIdLst>
    <p:sldId id="256" r:id="rId2"/>
    <p:sldId id="269" r:id="rId3"/>
    <p:sldId id="318" r:id="rId4"/>
    <p:sldId id="331" r:id="rId5"/>
    <p:sldId id="347" r:id="rId6"/>
    <p:sldId id="348" r:id="rId7"/>
    <p:sldId id="350" r:id="rId8"/>
    <p:sldId id="351" r:id="rId9"/>
    <p:sldId id="352" r:id="rId10"/>
    <p:sldId id="354" r:id="rId11"/>
    <p:sldId id="355" r:id="rId12"/>
    <p:sldId id="30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3A1E39-ECD0-4F03-AF7A-8A2BA73DAC86}" v="81" dt="2026-08-17T16:15:29.5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9" autoAdjust="0"/>
    <p:restoredTop sz="94660"/>
  </p:normalViewPr>
  <p:slideViewPr>
    <p:cSldViewPr snapToGrid="0">
      <p:cViewPr varScale="1">
        <p:scale>
          <a:sx n="49" d="100"/>
          <a:sy n="49" d="100"/>
        </p:scale>
        <p:origin x="58" y="6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ALBERTO PEREZ MORERA" userId="b71f61fa-2a10-40af-a76c-06b5b43d475d" providerId="ADAL" clId="{CCE38196-6549-48A5-B8F0-4FE1DF2DB2E5}"/>
    <pc:docChg chg="undo redo custSel addSld delSld modSld sldOrd">
      <pc:chgData name="DANIEL ALBERTO PEREZ MORERA" userId="b71f61fa-2a10-40af-a76c-06b5b43d475d" providerId="ADAL" clId="{CCE38196-6549-48A5-B8F0-4FE1DF2DB2E5}" dt="2026-08-17T16:28:05.977" v="4201" actId="108"/>
      <pc:docMkLst>
        <pc:docMk/>
      </pc:docMkLst>
      <pc:sldChg chg="modSp mod">
        <pc:chgData name="DANIEL ALBERTO PEREZ MORERA" userId="b71f61fa-2a10-40af-a76c-06b5b43d475d" providerId="ADAL" clId="{CCE38196-6549-48A5-B8F0-4FE1DF2DB2E5}" dt="2026-08-17T15:45:11.933" v="3971" actId="20577"/>
        <pc:sldMkLst>
          <pc:docMk/>
          <pc:sldMk cId="1807559037" sldId="256"/>
        </pc:sldMkLst>
        <pc:spChg chg="mod">
          <ac:chgData name="DANIEL ALBERTO PEREZ MORERA" userId="b71f61fa-2a10-40af-a76c-06b5b43d475d" providerId="ADAL" clId="{CCE38196-6549-48A5-B8F0-4FE1DF2DB2E5}" dt="2026-08-17T15:45:11.933" v="3971" actId="20577"/>
          <ac:spMkLst>
            <pc:docMk/>
            <pc:sldMk cId="1807559037" sldId="256"/>
            <ac:spMk id="2" creationId="{1D8FDC1A-6045-17E2-6EDD-50C40FEC50CB}"/>
          </ac:spMkLst>
        </pc:spChg>
        <pc:spChg chg="mod">
          <ac:chgData name="DANIEL ALBERTO PEREZ MORERA" userId="b71f61fa-2a10-40af-a76c-06b5b43d475d" providerId="ADAL" clId="{CCE38196-6549-48A5-B8F0-4FE1DF2DB2E5}" dt="2026-08-17T15:26:26.649" v="3943" actId="790"/>
          <ac:spMkLst>
            <pc:docMk/>
            <pc:sldMk cId="1807559037" sldId="256"/>
            <ac:spMk id="3" creationId="{169D2767-C243-3E7C-4D5B-39E139A139A7}"/>
          </ac:spMkLst>
        </pc:spChg>
      </pc:sldChg>
      <pc:sldChg chg="addSp delSp modSp new mod setBg">
        <pc:chgData name="DANIEL ALBERTO PEREZ MORERA" userId="b71f61fa-2a10-40af-a76c-06b5b43d475d" providerId="ADAL" clId="{CCE38196-6549-48A5-B8F0-4FE1DF2DB2E5}" dt="2026-08-17T15:27:35.637" v="3950" actId="108"/>
        <pc:sldMkLst>
          <pc:docMk/>
          <pc:sldMk cId="1885970478" sldId="269"/>
        </pc:sldMkLst>
        <pc:spChg chg="mod">
          <ac:chgData name="DANIEL ALBERTO PEREZ MORERA" userId="b71f61fa-2a10-40af-a76c-06b5b43d475d" providerId="ADAL" clId="{CCE38196-6549-48A5-B8F0-4FE1DF2DB2E5}" dt="2026-08-17T15:27:35.637" v="3950" actId="108"/>
          <ac:spMkLst>
            <pc:docMk/>
            <pc:sldMk cId="1885970478" sldId="269"/>
            <ac:spMk id="2" creationId="{CFC98DB1-9D18-44EB-3FAD-115B8F760B2F}"/>
          </ac:spMkLst>
        </pc:spChg>
        <pc:graphicFrameChg chg="add mod modGraphic">
          <ac:chgData name="DANIEL ALBERTO PEREZ MORERA" userId="b71f61fa-2a10-40af-a76c-06b5b43d475d" providerId="ADAL" clId="{CCE38196-6549-48A5-B8F0-4FE1DF2DB2E5}" dt="2026-08-17T15:26:26.649" v="3943" actId="790"/>
          <ac:graphicFrameMkLst>
            <pc:docMk/>
            <pc:sldMk cId="1885970478" sldId="269"/>
            <ac:graphicFrameMk id="14" creationId="{D9AF9844-44B7-FB1C-EEB5-4DAEC1DC78E9}"/>
          </ac:graphicFrameMkLst>
        </pc:graphicFrameChg>
        <pc:picChg chg="add mod">
          <ac:chgData name="DANIEL ALBERTO PEREZ MORERA" userId="b71f61fa-2a10-40af-a76c-06b5b43d475d" providerId="ADAL" clId="{CCE38196-6549-48A5-B8F0-4FE1DF2DB2E5}" dt="2026-08-17T14:01:28.882" v="3639" actId="1076"/>
          <ac:picMkLst>
            <pc:docMk/>
            <pc:sldMk cId="1885970478" sldId="269"/>
            <ac:picMk id="6" creationId="{37CA8570-4365-D93F-AD02-38054CEBB1E1}"/>
          </ac:picMkLst>
        </pc:picChg>
      </pc:sldChg>
      <pc:sldChg chg="modSp add del mod">
        <pc:chgData name="DANIEL ALBERTO PEREZ MORERA" userId="b71f61fa-2a10-40af-a76c-06b5b43d475d" providerId="ADAL" clId="{CCE38196-6549-48A5-B8F0-4FE1DF2DB2E5}" dt="2026-08-17T16:15:51.459" v="4195" actId="20577"/>
        <pc:sldMkLst>
          <pc:docMk/>
          <pc:sldMk cId="1100032990" sldId="305"/>
        </pc:sldMkLst>
        <pc:spChg chg="mod">
          <ac:chgData name="DANIEL ALBERTO PEREZ MORERA" userId="b71f61fa-2a10-40af-a76c-06b5b43d475d" providerId="ADAL" clId="{CCE38196-6549-48A5-B8F0-4FE1DF2DB2E5}" dt="2026-08-17T16:15:51.459" v="4195" actId="20577"/>
          <ac:spMkLst>
            <pc:docMk/>
            <pc:sldMk cId="1100032990" sldId="305"/>
            <ac:spMk id="2" creationId="{4BBE17E8-EF35-FB7B-FD58-C47EEBE23416}"/>
          </ac:spMkLst>
        </pc:spChg>
        <pc:spChg chg="mod">
          <ac:chgData name="DANIEL ALBERTO PEREZ MORERA" userId="b71f61fa-2a10-40af-a76c-06b5b43d475d" providerId="ADAL" clId="{CCE38196-6549-48A5-B8F0-4FE1DF2DB2E5}" dt="2026-08-17T16:15:25.326" v="4188" actId="21"/>
          <ac:spMkLst>
            <pc:docMk/>
            <pc:sldMk cId="1100032990" sldId="305"/>
            <ac:spMk id="3" creationId="{8A74FB23-DAA6-14D7-0050-88F3EA357EC9}"/>
          </ac:spMkLst>
        </pc:spChg>
        <pc:spChg chg="mod">
          <ac:chgData name="DANIEL ALBERTO PEREZ MORERA" userId="b71f61fa-2a10-40af-a76c-06b5b43d475d" providerId="ADAL" clId="{CCE38196-6549-48A5-B8F0-4FE1DF2DB2E5}" dt="2026-08-17T16:15:35.908" v="4193" actId="255"/>
          <ac:spMkLst>
            <pc:docMk/>
            <pc:sldMk cId="1100032990" sldId="305"/>
            <ac:spMk id="4" creationId="{64687C0E-691B-B645-B7C4-6B3824BDED19}"/>
          </ac:spMkLst>
        </pc:spChg>
      </pc:sldChg>
      <pc:sldChg chg="addSp delSp modSp add del mod">
        <pc:chgData name="DANIEL ALBERTO PEREZ MORERA" userId="b71f61fa-2a10-40af-a76c-06b5b43d475d" providerId="ADAL" clId="{CCE38196-6549-48A5-B8F0-4FE1DF2DB2E5}" dt="2026-08-17T15:03:54.967" v="3839" actId="47"/>
        <pc:sldMkLst>
          <pc:docMk/>
          <pc:sldMk cId="283681743" sldId="308"/>
        </pc:sldMkLst>
      </pc:sldChg>
      <pc:sldChg chg="addSp delSp modSp add mod">
        <pc:chgData name="DANIEL ALBERTO PEREZ MORERA" userId="b71f61fa-2a10-40af-a76c-06b5b43d475d" providerId="ADAL" clId="{CCE38196-6549-48A5-B8F0-4FE1DF2DB2E5}" dt="2026-08-17T15:26:26.649" v="3943" actId="790"/>
        <pc:sldMkLst>
          <pc:docMk/>
          <pc:sldMk cId="4119019181" sldId="318"/>
        </pc:sldMkLst>
        <pc:spChg chg="mod">
          <ac:chgData name="DANIEL ALBERTO PEREZ MORERA" userId="b71f61fa-2a10-40af-a76c-06b5b43d475d" providerId="ADAL" clId="{CCE38196-6549-48A5-B8F0-4FE1DF2DB2E5}" dt="2026-08-17T15:26:26.649" v="3943" actId="790"/>
          <ac:spMkLst>
            <pc:docMk/>
            <pc:sldMk cId="4119019181" sldId="318"/>
            <ac:spMk id="2" creationId="{A4F090AE-BA8A-92B0-9079-B9A3E5983FAB}"/>
          </ac:spMkLst>
        </pc:spChg>
        <pc:graphicFrameChg chg="mod modGraphic">
          <ac:chgData name="DANIEL ALBERTO PEREZ MORERA" userId="b71f61fa-2a10-40af-a76c-06b5b43d475d" providerId="ADAL" clId="{CCE38196-6549-48A5-B8F0-4FE1DF2DB2E5}" dt="2026-08-17T15:26:26.649" v="3943" actId="790"/>
          <ac:graphicFrameMkLst>
            <pc:docMk/>
            <pc:sldMk cId="4119019181" sldId="318"/>
            <ac:graphicFrameMk id="14" creationId="{061C446A-50EA-1E13-30F0-CC4640C5B114}"/>
          </ac:graphicFrameMkLst>
        </pc:graphicFrameChg>
        <pc:picChg chg="add del mod">
          <ac:chgData name="DANIEL ALBERTO PEREZ MORERA" userId="b71f61fa-2a10-40af-a76c-06b5b43d475d" providerId="ADAL" clId="{CCE38196-6549-48A5-B8F0-4FE1DF2DB2E5}" dt="2026-08-17T13:59:50.644" v="3623" actId="478"/>
          <ac:picMkLst>
            <pc:docMk/>
            <pc:sldMk cId="4119019181" sldId="318"/>
            <ac:picMk id="4" creationId="{6B16A8C8-C78F-0BAC-CA2B-8B59F7BCEF55}"/>
          </ac:picMkLst>
        </pc:picChg>
        <pc:picChg chg="add mod">
          <ac:chgData name="DANIEL ALBERTO PEREZ MORERA" userId="b71f61fa-2a10-40af-a76c-06b5b43d475d" providerId="ADAL" clId="{CCE38196-6549-48A5-B8F0-4FE1DF2DB2E5}" dt="2026-08-17T14:00:11.863" v="3629" actId="1076"/>
          <ac:picMkLst>
            <pc:docMk/>
            <pc:sldMk cId="4119019181" sldId="318"/>
            <ac:picMk id="5" creationId="{58217235-0F49-27E1-049B-31787C6D0159}"/>
          </ac:picMkLst>
        </pc:picChg>
      </pc:sldChg>
      <pc:sldChg chg="modSp add del mod">
        <pc:chgData name="DANIEL ALBERTO PEREZ MORERA" userId="b71f61fa-2a10-40af-a76c-06b5b43d475d" providerId="ADAL" clId="{CCE38196-6549-48A5-B8F0-4FE1DF2DB2E5}" dt="2026-08-17T15:03:54.967" v="3839" actId="47"/>
        <pc:sldMkLst>
          <pc:docMk/>
          <pc:sldMk cId="3273957438" sldId="319"/>
        </pc:sldMkLst>
      </pc:sldChg>
      <pc:sldChg chg="addSp delSp modSp add mod">
        <pc:chgData name="DANIEL ALBERTO PEREZ MORERA" userId="b71f61fa-2a10-40af-a76c-06b5b43d475d" providerId="ADAL" clId="{CCE38196-6549-48A5-B8F0-4FE1DF2DB2E5}" dt="2026-08-17T15:27:43.743" v="3951" actId="108"/>
        <pc:sldMkLst>
          <pc:docMk/>
          <pc:sldMk cId="3513735713" sldId="331"/>
        </pc:sldMkLst>
        <pc:spChg chg="mod">
          <ac:chgData name="DANIEL ALBERTO PEREZ MORERA" userId="b71f61fa-2a10-40af-a76c-06b5b43d475d" providerId="ADAL" clId="{CCE38196-6549-48A5-B8F0-4FE1DF2DB2E5}" dt="2026-08-17T15:27:43.743" v="3951" actId="108"/>
          <ac:spMkLst>
            <pc:docMk/>
            <pc:sldMk cId="3513735713" sldId="331"/>
            <ac:spMk id="2" creationId="{2C4D6C19-8E53-303B-3BF0-227181EAFFB1}"/>
          </ac:spMkLst>
        </pc:spChg>
        <pc:graphicFrameChg chg="mod modGraphic">
          <ac:chgData name="DANIEL ALBERTO PEREZ MORERA" userId="b71f61fa-2a10-40af-a76c-06b5b43d475d" providerId="ADAL" clId="{CCE38196-6549-48A5-B8F0-4FE1DF2DB2E5}" dt="2026-08-17T15:26:26.649" v="3943" actId="790"/>
          <ac:graphicFrameMkLst>
            <pc:docMk/>
            <pc:sldMk cId="3513735713" sldId="331"/>
            <ac:graphicFrameMk id="14" creationId="{0B565EC3-6CBF-490C-7CE5-445B7B9CF84A}"/>
          </ac:graphicFrameMkLst>
        </pc:graphicFrameChg>
        <pc:picChg chg="add del">
          <ac:chgData name="DANIEL ALBERTO PEREZ MORERA" userId="b71f61fa-2a10-40af-a76c-06b5b43d475d" providerId="ADAL" clId="{CCE38196-6549-48A5-B8F0-4FE1DF2DB2E5}" dt="2026-08-17T14:08:49.372" v="3764" actId="22"/>
          <ac:picMkLst>
            <pc:docMk/>
            <pc:sldMk cId="3513735713" sldId="331"/>
            <ac:picMk id="4" creationId="{CB27DA3F-0BD6-0341-7D72-25CBA5036C39}"/>
          </ac:picMkLst>
        </pc:picChg>
        <pc:picChg chg="add mod">
          <ac:chgData name="DANIEL ALBERTO PEREZ MORERA" userId="b71f61fa-2a10-40af-a76c-06b5b43d475d" providerId="ADAL" clId="{CCE38196-6549-48A5-B8F0-4FE1DF2DB2E5}" dt="2026-08-17T14:09:18.988" v="3773" actId="1076"/>
          <ac:picMkLst>
            <pc:docMk/>
            <pc:sldMk cId="3513735713" sldId="331"/>
            <ac:picMk id="6" creationId="{B87EF984-3BFE-4C1F-4474-A13B79956061}"/>
          </ac:picMkLst>
        </pc:picChg>
        <pc:picChg chg="add del mod">
          <ac:chgData name="DANIEL ALBERTO PEREZ MORERA" userId="b71f61fa-2a10-40af-a76c-06b5b43d475d" providerId="ADAL" clId="{CCE38196-6549-48A5-B8F0-4FE1DF2DB2E5}" dt="2026-08-17T14:08:50.427" v="3765" actId="478"/>
          <ac:picMkLst>
            <pc:docMk/>
            <pc:sldMk cId="3513735713" sldId="331"/>
            <ac:picMk id="11" creationId="{D0C1C1F7-427F-F4E7-4D27-ED541CCC6F88}"/>
          </ac:picMkLst>
        </pc:picChg>
      </pc:sldChg>
      <pc:sldChg chg="addSp delSp modSp add del mod">
        <pc:chgData name="DANIEL ALBERTO PEREZ MORERA" userId="b71f61fa-2a10-40af-a76c-06b5b43d475d" providerId="ADAL" clId="{CCE38196-6549-48A5-B8F0-4FE1DF2DB2E5}" dt="2026-08-17T15:03:54.967" v="3839" actId="47"/>
        <pc:sldMkLst>
          <pc:docMk/>
          <pc:sldMk cId="28810953" sldId="332"/>
        </pc:sldMkLst>
      </pc:sldChg>
      <pc:sldChg chg="addSp delSp modSp add del mod ord">
        <pc:chgData name="DANIEL ALBERTO PEREZ MORERA" userId="b71f61fa-2a10-40af-a76c-06b5b43d475d" providerId="ADAL" clId="{CCE38196-6549-48A5-B8F0-4FE1DF2DB2E5}" dt="2026-08-17T15:03:54.967" v="3839" actId="47"/>
        <pc:sldMkLst>
          <pc:docMk/>
          <pc:sldMk cId="89704410" sldId="333"/>
        </pc:sldMkLst>
      </pc:sldChg>
      <pc:sldChg chg="modSp add del mod ord setBg">
        <pc:chgData name="DANIEL ALBERTO PEREZ MORERA" userId="b71f61fa-2a10-40af-a76c-06b5b43d475d" providerId="ADAL" clId="{CCE38196-6549-48A5-B8F0-4FE1DF2DB2E5}" dt="2026-08-17T15:03:54.967" v="3839" actId="47"/>
        <pc:sldMkLst>
          <pc:docMk/>
          <pc:sldMk cId="542916060" sldId="334"/>
        </pc:sldMkLst>
      </pc:sldChg>
      <pc:sldChg chg="delSp modSp add del mod">
        <pc:chgData name="DANIEL ALBERTO PEREZ MORERA" userId="b71f61fa-2a10-40af-a76c-06b5b43d475d" providerId="ADAL" clId="{CCE38196-6549-48A5-B8F0-4FE1DF2DB2E5}" dt="2026-08-17T15:03:54.967" v="3839" actId="47"/>
        <pc:sldMkLst>
          <pc:docMk/>
          <pc:sldMk cId="177051261" sldId="335"/>
        </pc:sldMkLst>
      </pc:sldChg>
      <pc:sldChg chg="addSp delSp modSp add del mod">
        <pc:chgData name="DANIEL ALBERTO PEREZ MORERA" userId="b71f61fa-2a10-40af-a76c-06b5b43d475d" providerId="ADAL" clId="{CCE38196-6549-48A5-B8F0-4FE1DF2DB2E5}" dt="2026-08-17T15:03:54.967" v="3839" actId="47"/>
        <pc:sldMkLst>
          <pc:docMk/>
          <pc:sldMk cId="1034501443" sldId="336"/>
        </pc:sldMkLst>
      </pc:sldChg>
      <pc:sldChg chg="modSp add del mod ord">
        <pc:chgData name="DANIEL ALBERTO PEREZ MORERA" userId="b71f61fa-2a10-40af-a76c-06b5b43d475d" providerId="ADAL" clId="{CCE38196-6549-48A5-B8F0-4FE1DF2DB2E5}" dt="2026-08-17T15:03:54.967" v="3839" actId="47"/>
        <pc:sldMkLst>
          <pc:docMk/>
          <pc:sldMk cId="2502531354" sldId="337"/>
        </pc:sldMkLst>
      </pc:sldChg>
      <pc:sldChg chg="addSp delSp modSp new del mod">
        <pc:chgData name="DANIEL ALBERTO PEREZ MORERA" userId="b71f61fa-2a10-40af-a76c-06b5b43d475d" providerId="ADAL" clId="{CCE38196-6549-48A5-B8F0-4FE1DF2DB2E5}" dt="2026-08-17T15:03:54.967" v="3839" actId="47"/>
        <pc:sldMkLst>
          <pc:docMk/>
          <pc:sldMk cId="3355839672" sldId="338"/>
        </pc:sldMkLst>
      </pc:sldChg>
      <pc:sldChg chg="addSp delSp modSp add del mod ord">
        <pc:chgData name="DANIEL ALBERTO PEREZ MORERA" userId="b71f61fa-2a10-40af-a76c-06b5b43d475d" providerId="ADAL" clId="{CCE38196-6549-48A5-B8F0-4FE1DF2DB2E5}" dt="2026-08-17T15:03:54.967" v="3839" actId="47"/>
        <pc:sldMkLst>
          <pc:docMk/>
          <pc:sldMk cId="2949894070" sldId="339"/>
        </pc:sldMkLst>
      </pc:sldChg>
      <pc:sldChg chg="addSp delSp modSp add del mod">
        <pc:chgData name="DANIEL ALBERTO PEREZ MORERA" userId="b71f61fa-2a10-40af-a76c-06b5b43d475d" providerId="ADAL" clId="{CCE38196-6549-48A5-B8F0-4FE1DF2DB2E5}" dt="2026-08-17T15:03:54.967" v="3839" actId="47"/>
        <pc:sldMkLst>
          <pc:docMk/>
          <pc:sldMk cId="2429132531" sldId="340"/>
        </pc:sldMkLst>
      </pc:sldChg>
      <pc:sldChg chg="addSp delSp modSp add del mod">
        <pc:chgData name="DANIEL ALBERTO PEREZ MORERA" userId="b71f61fa-2a10-40af-a76c-06b5b43d475d" providerId="ADAL" clId="{CCE38196-6549-48A5-B8F0-4FE1DF2DB2E5}" dt="2026-08-17T15:03:54.967" v="3839" actId="47"/>
        <pc:sldMkLst>
          <pc:docMk/>
          <pc:sldMk cId="4211789866" sldId="341"/>
        </pc:sldMkLst>
      </pc:sldChg>
      <pc:sldChg chg="modSp add del mod ord">
        <pc:chgData name="DANIEL ALBERTO PEREZ MORERA" userId="b71f61fa-2a10-40af-a76c-06b5b43d475d" providerId="ADAL" clId="{CCE38196-6549-48A5-B8F0-4FE1DF2DB2E5}" dt="2026-08-17T15:03:54.967" v="3839" actId="47"/>
        <pc:sldMkLst>
          <pc:docMk/>
          <pc:sldMk cId="2340638001" sldId="342"/>
        </pc:sldMkLst>
      </pc:sldChg>
      <pc:sldChg chg="modSp add del mod ord setBg">
        <pc:chgData name="DANIEL ALBERTO PEREZ MORERA" userId="b71f61fa-2a10-40af-a76c-06b5b43d475d" providerId="ADAL" clId="{CCE38196-6549-48A5-B8F0-4FE1DF2DB2E5}" dt="2026-08-17T15:03:54.967" v="3839" actId="47"/>
        <pc:sldMkLst>
          <pc:docMk/>
          <pc:sldMk cId="3421591379" sldId="344"/>
        </pc:sldMkLst>
      </pc:sldChg>
      <pc:sldChg chg="addSp delSp modSp add del mod">
        <pc:chgData name="DANIEL ALBERTO PEREZ MORERA" userId="b71f61fa-2a10-40af-a76c-06b5b43d475d" providerId="ADAL" clId="{CCE38196-6549-48A5-B8F0-4FE1DF2DB2E5}" dt="2026-08-17T15:03:54.967" v="3839" actId="47"/>
        <pc:sldMkLst>
          <pc:docMk/>
          <pc:sldMk cId="2550175752" sldId="345"/>
        </pc:sldMkLst>
      </pc:sldChg>
      <pc:sldChg chg="addSp delSp modSp add del mod ord">
        <pc:chgData name="DANIEL ALBERTO PEREZ MORERA" userId="b71f61fa-2a10-40af-a76c-06b5b43d475d" providerId="ADAL" clId="{CCE38196-6549-48A5-B8F0-4FE1DF2DB2E5}" dt="2026-08-17T15:03:54.967" v="3839" actId="47"/>
        <pc:sldMkLst>
          <pc:docMk/>
          <pc:sldMk cId="551044223" sldId="346"/>
        </pc:sldMkLst>
        <pc:spChg chg="mod">
          <ac:chgData name="DANIEL ALBERTO PEREZ MORERA" userId="b71f61fa-2a10-40af-a76c-06b5b43d475d" providerId="ADAL" clId="{CCE38196-6549-48A5-B8F0-4FE1DF2DB2E5}" dt="2026-08-17T02:21:59.139" v="3564"/>
          <ac:spMkLst>
            <pc:docMk/>
            <pc:sldMk cId="551044223" sldId="346"/>
            <ac:spMk id="2" creationId="{3B2A17A7-4A46-CDD9-118D-D90346D0AC33}"/>
          </ac:spMkLst>
        </pc:spChg>
        <pc:picChg chg="add mod">
          <ac:chgData name="DANIEL ALBERTO PEREZ MORERA" userId="b71f61fa-2a10-40af-a76c-06b5b43d475d" providerId="ADAL" clId="{CCE38196-6549-48A5-B8F0-4FE1DF2DB2E5}" dt="2026-08-17T02:21:10.319" v="3563" actId="1076"/>
          <ac:picMkLst>
            <pc:docMk/>
            <pc:sldMk cId="551044223" sldId="346"/>
            <ac:picMk id="4" creationId="{3DD0A829-C803-88B4-4C68-57EBEFF8D36D}"/>
          </ac:picMkLst>
        </pc:picChg>
        <pc:picChg chg="del">
          <ac:chgData name="DANIEL ALBERTO PEREZ MORERA" userId="b71f61fa-2a10-40af-a76c-06b5b43d475d" providerId="ADAL" clId="{CCE38196-6549-48A5-B8F0-4FE1DF2DB2E5}" dt="2026-08-17T02:20:55.757" v="3557" actId="478"/>
          <ac:picMkLst>
            <pc:docMk/>
            <pc:sldMk cId="551044223" sldId="346"/>
            <ac:picMk id="6" creationId="{FDE6BA83-48ED-01C4-8513-BC7922D7106A}"/>
          </ac:picMkLst>
        </pc:picChg>
        <pc:picChg chg="del">
          <ac:chgData name="DANIEL ALBERTO PEREZ MORERA" userId="b71f61fa-2a10-40af-a76c-06b5b43d475d" providerId="ADAL" clId="{CCE38196-6549-48A5-B8F0-4FE1DF2DB2E5}" dt="2026-08-17T02:20:57.007" v="3558" actId="478"/>
          <ac:picMkLst>
            <pc:docMk/>
            <pc:sldMk cId="551044223" sldId="346"/>
            <ac:picMk id="8" creationId="{EEBB5659-F523-DA9D-30B2-7A51A9732C26}"/>
          </ac:picMkLst>
        </pc:picChg>
      </pc:sldChg>
      <pc:sldChg chg="addSp delSp modSp add del mod">
        <pc:chgData name="DANIEL ALBERTO PEREZ MORERA" userId="b71f61fa-2a10-40af-a76c-06b5b43d475d" providerId="ADAL" clId="{CCE38196-6549-48A5-B8F0-4FE1DF2DB2E5}" dt="2026-08-17T14:01:32.211" v="3640" actId="47"/>
        <pc:sldMkLst>
          <pc:docMk/>
          <pc:sldMk cId="844812921" sldId="347"/>
        </pc:sldMkLst>
        <pc:spChg chg="add del mod">
          <ac:chgData name="DANIEL ALBERTO PEREZ MORERA" userId="b71f61fa-2a10-40af-a76c-06b5b43d475d" providerId="ADAL" clId="{CCE38196-6549-48A5-B8F0-4FE1DF2DB2E5}" dt="2026-08-17T13:56:52.667" v="3588" actId="22"/>
          <ac:spMkLst>
            <pc:docMk/>
            <pc:sldMk cId="844812921" sldId="347"/>
            <ac:spMk id="4" creationId="{A02433D1-C0DC-7A8D-0FF0-0B97ADE1D221}"/>
          </ac:spMkLst>
        </pc:spChg>
        <pc:spChg chg="add mod">
          <ac:chgData name="DANIEL ALBERTO PEREZ MORERA" userId="b71f61fa-2a10-40af-a76c-06b5b43d475d" providerId="ADAL" clId="{CCE38196-6549-48A5-B8F0-4FE1DF2DB2E5}" dt="2026-08-17T14:00:50.488" v="3631" actId="21"/>
          <ac:spMkLst>
            <pc:docMk/>
            <pc:sldMk cId="844812921" sldId="347"/>
            <ac:spMk id="8" creationId="{68A9A41B-0100-1F0F-9467-E586796C8F23}"/>
          </ac:spMkLst>
        </pc:spChg>
        <pc:graphicFrameChg chg="del">
          <ac:chgData name="DANIEL ALBERTO PEREZ MORERA" userId="b71f61fa-2a10-40af-a76c-06b5b43d475d" providerId="ADAL" clId="{CCE38196-6549-48A5-B8F0-4FE1DF2DB2E5}" dt="2026-08-17T13:56:50.911" v="3587" actId="478"/>
          <ac:graphicFrameMkLst>
            <pc:docMk/>
            <pc:sldMk cId="844812921" sldId="347"/>
            <ac:graphicFrameMk id="14" creationId="{74D3A805-ACE7-5ADF-EC23-6EAA5E9C5EF3}"/>
          </ac:graphicFrameMkLst>
        </pc:graphicFrameChg>
        <pc:picChg chg="add del mod ord">
          <ac:chgData name="DANIEL ALBERTO PEREZ MORERA" userId="b71f61fa-2a10-40af-a76c-06b5b43d475d" providerId="ADAL" clId="{CCE38196-6549-48A5-B8F0-4FE1DF2DB2E5}" dt="2026-08-17T14:00:50.488" v="3631" actId="21"/>
          <ac:picMkLst>
            <pc:docMk/>
            <pc:sldMk cId="844812921" sldId="347"/>
            <ac:picMk id="6" creationId="{37CA8570-4365-D93F-AD02-38054CEBB1E1}"/>
          </ac:picMkLst>
        </pc:picChg>
      </pc:sldChg>
      <pc:sldChg chg="addSp delSp modSp add mod">
        <pc:chgData name="DANIEL ALBERTO PEREZ MORERA" userId="b71f61fa-2a10-40af-a76c-06b5b43d475d" providerId="ADAL" clId="{CCE38196-6549-48A5-B8F0-4FE1DF2DB2E5}" dt="2026-08-17T16:23:54.910" v="4197" actId="14100"/>
        <pc:sldMkLst>
          <pc:docMk/>
          <pc:sldMk cId="1312248025" sldId="347"/>
        </pc:sldMkLst>
        <pc:spChg chg="mod">
          <ac:chgData name="DANIEL ALBERTO PEREZ MORERA" userId="b71f61fa-2a10-40af-a76c-06b5b43d475d" providerId="ADAL" clId="{CCE38196-6549-48A5-B8F0-4FE1DF2DB2E5}" dt="2026-08-17T16:23:54.910" v="4197" actId="14100"/>
          <ac:spMkLst>
            <pc:docMk/>
            <pc:sldMk cId="1312248025" sldId="347"/>
            <ac:spMk id="2" creationId="{C2EC3C71-554D-D0E8-B801-B2CFC7E4D599}"/>
          </ac:spMkLst>
        </pc:spChg>
        <pc:graphicFrameChg chg="mod">
          <ac:chgData name="DANIEL ALBERTO PEREZ MORERA" userId="b71f61fa-2a10-40af-a76c-06b5b43d475d" providerId="ADAL" clId="{CCE38196-6549-48A5-B8F0-4FE1DF2DB2E5}" dt="2026-08-17T14:14:15.408" v="3777" actId="478"/>
          <ac:graphicFrameMkLst>
            <pc:docMk/>
            <pc:sldMk cId="1312248025" sldId="347"/>
            <ac:graphicFrameMk id="14" creationId="{040D2184-693A-5BD1-0139-89D7BBBBED0F}"/>
          </ac:graphicFrameMkLst>
        </pc:graphicFrameChg>
        <pc:picChg chg="add mod">
          <ac:chgData name="DANIEL ALBERTO PEREZ MORERA" userId="b71f61fa-2a10-40af-a76c-06b5b43d475d" providerId="ADAL" clId="{CCE38196-6549-48A5-B8F0-4FE1DF2DB2E5}" dt="2026-08-17T16:23:54.910" v="4197" actId="14100"/>
          <ac:picMkLst>
            <pc:docMk/>
            <pc:sldMk cId="1312248025" sldId="347"/>
            <ac:picMk id="4" creationId="{0EC62EFB-EF06-D706-F191-7D00BB77AF5A}"/>
          </ac:picMkLst>
        </pc:picChg>
        <pc:picChg chg="del">
          <ac:chgData name="DANIEL ALBERTO PEREZ MORERA" userId="b71f61fa-2a10-40af-a76c-06b5b43d475d" providerId="ADAL" clId="{CCE38196-6549-48A5-B8F0-4FE1DF2DB2E5}" dt="2026-08-17T14:14:17.968" v="3778" actId="478"/>
          <ac:picMkLst>
            <pc:docMk/>
            <pc:sldMk cId="1312248025" sldId="347"/>
            <ac:picMk id="6" creationId="{5CFF8B09-4160-3805-1793-F9A7832F9CA7}"/>
          </ac:picMkLst>
        </pc:picChg>
        <pc:picChg chg="add mod">
          <ac:chgData name="DANIEL ALBERTO PEREZ MORERA" userId="b71f61fa-2a10-40af-a76c-06b5b43d475d" providerId="ADAL" clId="{CCE38196-6549-48A5-B8F0-4FE1DF2DB2E5}" dt="2026-08-17T14:15:06.706" v="3787" actId="1076"/>
          <ac:picMkLst>
            <pc:docMk/>
            <pc:sldMk cId="1312248025" sldId="347"/>
            <ac:picMk id="7" creationId="{929ADBE0-D121-2E56-168C-A7869C5954C5}"/>
          </ac:picMkLst>
        </pc:picChg>
      </pc:sldChg>
      <pc:sldChg chg="addSp delSp modSp add mod">
        <pc:chgData name="DANIEL ALBERTO PEREZ MORERA" userId="b71f61fa-2a10-40af-a76c-06b5b43d475d" providerId="ADAL" clId="{CCE38196-6549-48A5-B8F0-4FE1DF2DB2E5}" dt="2026-08-17T15:27:54.599" v="3953" actId="108"/>
        <pc:sldMkLst>
          <pc:docMk/>
          <pc:sldMk cId="2035587714" sldId="348"/>
        </pc:sldMkLst>
        <pc:spChg chg="mod">
          <ac:chgData name="DANIEL ALBERTO PEREZ MORERA" userId="b71f61fa-2a10-40af-a76c-06b5b43d475d" providerId="ADAL" clId="{CCE38196-6549-48A5-B8F0-4FE1DF2DB2E5}" dt="2026-08-17T15:27:54.599" v="3953" actId="108"/>
          <ac:spMkLst>
            <pc:docMk/>
            <pc:sldMk cId="2035587714" sldId="348"/>
            <ac:spMk id="2" creationId="{744D80F3-94DA-5929-9480-BDC132C35A15}"/>
          </ac:spMkLst>
        </pc:spChg>
        <pc:spChg chg="add del mod">
          <ac:chgData name="DANIEL ALBERTO PEREZ MORERA" userId="b71f61fa-2a10-40af-a76c-06b5b43d475d" providerId="ADAL" clId="{CCE38196-6549-48A5-B8F0-4FE1DF2DB2E5}" dt="2026-08-17T14:16:08.319" v="3792" actId="478"/>
          <ac:spMkLst>
            <pc:docMk/>
            <pc:sldMk cId="2035587714" sldId="348"/>
            <ac:spMk id="5" creationId="{06F44C48-D424-B0EC-1F99-7AF22C0047D2}"/>
          </ac:spMkLst>
        </pc:spChg>
        <pc:graphicFrameChg chg="add mod">
          <ac:chgData name="DANIEL ALBERTO PEREZ MORERA" userId="b71f61fa-2a10-40af-a76c-06b5b43d475d" providerId="ADAL" clId="{CCE38196-6549-48A5-B8F0-4FE1DF2DB2E5}" dt="2026-08-17T14:16:11.489" v="3794"/>
          <ac:graphicFrameMkLst>
            <pc:docMk/>
            <pc:sldMk cId="2035587714" sldId="348"/>
            <ac:graphicFrameMk id="6" creationId="{574905A9-07B1-FFBB-DB04-1F258F6331BA}"/>
          </ac:graphicFrameMkLst>
        </pc:graphicFrameChg>
        <pc:graphicFrameChg chg="add mod">
          <ac:chgData name="DANIEL ALBERTO PEREZ MORERA" userId="b71f61fa-2a10-40af-a76c-06b5b43d475d" providerId="ADAL" clId="{CCE38196-6549-48A5-B8F0-4FE1DF2DB2E5}" dt="2026-08-17T14:51:12.274" v="3795"/>
          <ac:graphicFrameMkLst>
            <pc:docMk/>
            <pc:sldMk cId="2035587714" sldId="348"/>
            <ac:graphicFrameMk id="8" creationId="{5B1702DC-477A-AAA4-3FE9-8BF568AC802D}"/>
          </ac:graphicFrameMkLst>
        </pc:graphicFrameChg>
        <pc:graphicFrameChg chg="add mod">
          <ac:chgData name="DANIEL ALBERTO PEREZ MORERA" userId="b71f61fa-2a10-40af-a76c-06b5b43d475d" providerId="ADAL" clId="{CCE38196-6549-48A5-B8F0-4FE1DF2DB2E5}" dt="2026-08-17T14:51:14.032" v="3796"/>
          <ac:graphicFrameMkLst>
            <pc:docMk/>
            <pc:sldMk cId="2035587714" sldId="348"/>
            <ac:graphicFrameMk id="9" creationId="{502C7236-F220-B753-9539-52450F0324D3}"/>
          </ac:graphicFrameMkLst>
        </pc:graphicFrameChg>
        <pc:graphicFrameChg chg="add mod modGraphic">
          <ac:chgData name="DANIEL ALBERTO PEREZ MORERA" userId="b71f61fa-2a10-40af-a76c-06b5b43d475d" providerId="ADAL" clId="{CCE38196-6549-48A5-B8F0-4FE1DF2DB2E5}" dt="2026-08-17T15:26:26.649" v="3943" actId="790"/>
          <ac:graphicFrameMkLst>
            <pc:docMk/>
            <pc:sldMk cId="2035587714" sldId="348"/>
            <ac:graphicFrameMk id="11" creationId="{0F9FF777-AC07-380C-38EE-7201B788AD55}"/>
          </ac:graphicFrameMkLst>
        </pc:graphicFrameChg>
        <pc:graphicFrameChg chg="del">
          <ac:chgData name="DANIEL ALBERTO PEREZ MORERA" userId="b71f61fa-2a10-40af-a76c-06b5b43d475d" providerId="ADAL" clId="{CCE38196-6549-48A5-B8F0-4FE1DF2DB2E5}" dt="2026-08-17T14:16:04.615" v="3791" actId="478"/>
          <ac:graphicFrameMkLst>
            <pc:docMk/>
            <pc:sldMk cId="2035587714" sldId="348"/>
            <ac:graphicFrameMk id="14" creationId="{576C259D-E6E7-E7C1-E0EC-4CDAF3497A8B}"/>
          </ac:graphicFrameMkLst>
        </pc:graphicFrameChg>
        <pc:picChg chg="del">
          <ac:chgData name="DANIEL ALBERTO PEREZ MORERA" userId="b71f61fa-2a10-40af-a76c-06b5b43d475d" providerId="ADAL" clId="{CCE38196-6549-48A5-B8F0-4FE1DF2DB2E5}" dt="2026-08-17T14:16:10.897" v="3793" actId="478"/>
          <ac:picMkLst>
            <pc:docMk/>
            <pc:sldMk cId="2035587714" sldId="348"/>
            <ac:picMk id="4" creationId="{4A8D4913-643F-0ADF-F88B-BD2CA2BAEBF3}"/>
          </ac:picMkLst>
        </pc:picChg>
        <pc:picChg chg="del">
          <ac:chgData name="DANIEL ALBERTO PEREZ MORERA" userId="b71f61fa-2a10-40af-a76c-06b5b43d475d" providerId="ADAL" clId="{CCE38196-6549-48A5-B8F0-4FE1DF2DB2E5}" dt="2026-08-17T14:16:04.615" v="3791" actId="478"/>
          <ac:picMkLst>
            <pc:docMk/>
            <pc:sldMk cId="2035587714" sldId="348"/>
            <ac:picMk id="7" creationId="{8C1A7DEA-94A9-BCBA-EA4E-7D690B81236A}"/>
          </ac:picMkLst>
        </pc:picChg>
      </pc:sldChg>
      <pc:sldChg chg="addSp delSp modSp add del mod ord">
        <pc:chgData name="DANIEL ALBERTO PEREZ MORERA" userId="b71f61fa-2a10-40af-a76c-06b5b43d475d" providerId="ADAL" clId="{CCE38196-6549-48A5-B8F0-4FE1DF2DB2E5}" dt="2026-08-17T14:58:07.905" v="3830" actId="47"/>
        <pc:sldMkLst>
          <pc:docMk/>
          <pc:sldMk cId="4107903247" sldId="349"/>
        </pc:sldMkLst>
        <pc:spChg chg="mod">
          <ac:chgData name="DANIEL ALBERTO PEREZ MORERA" userId="b71f61fa-2a10-40af-a76c-06b5b43d475d" providerId="ADAL" clId="{CCE38196-6549-48A5-B8F0-4FE1DF2DB2E5}" dt="2026-08-17T14:52:25.359" v="3810" actId="20577"/>
          <ac:spMkLst>
            <pc:docMk/>
            <pc:sldMk cId="4107903247" sldId="349"/>
            <ac:spMk id="2" creationId="{8DB1D235-96D3-D99A-33D0-BB28AFB313FF}"/>
          </ac:spMkLst>
        </pc:spChg>
        <pc:spChg chg="add del mod">
          <ac:chgData name="DANIEL ALBERTO PEREZ MORERA" userId="b71f61fa-2a10-40af-a76c-06b5b43d475d" providerId="ADAL" clId="{CCE38196-6549-48A5-B8F0-4FE1DF2DB2E5}" dt="2026-08-17T14:57:49.767" v="3825" actId="767"/>
          <ac:spMkLst>
            <pc:docMk/>
            <pc:sldMk cId="4107903247" sldId="349"/>
            <ac:spMk id="3" creationId="{A16CD003-206D-7868-500A-CFFC980065E2}"/>
          </ac:spMkLst>
        </pc:spChg>
        <pc:spChg chg="add del mod">
          <ac:chgData name="DANIEL ALBERTO PEREZ MORERA" userId="b71f61fa-2a10-40af-a76c-06b5b43d475d" providerId="ADAL" clId="{CCE38196-6549-48A5-B8F0-4FE1DF2DB2E5}" dt="2026-08-17T14:57:49.468" v="3824" actId="478"/>
          <ac:spMkLst>
            <pc:docMk/>
            <pc:sldMk cId="4107903247" sldId="349"/>
            <ac:spMk id="6" creationId="{4F60C34A-D74A-AA38-4458-862A3B1ECE7C}"/>
          </ac:spMkLst>
        </pc:spChg>
        <pc:graphicFrameChg chg="add del">
          <ac:chgData name="DANIEL ALBERTO PEREZ MORERA" userId="b71f61fa-2a10-40af-a76c-06b5b43d475d" providerId="ADAL" clId="{CCE38196-6549-48A5-B8F0-4FE1DF2DB2E5}" dt="2026-08-17T14:57:49.468" v="3824" actId="478"/>
          <ac:graphicFrameMkLst>
            <pc:docMk/>
            <pc:sldMk cId="4107903247" sldId="349"/>
            <ac:graphicFrameMk id="14" creationId="{9643D439-2E8D-18B9-928D-54CC7AE40ED8}"/>
          </ac:graphicFrameMkLst>
        </pc:graphicFrameChg>
        <pc:picChg chg="add del">
          <ac:chgData name="DANIEL ALBERTO PEREZ MORERA" userId="b71f61fa-2a10-40af-a76c-06b5b43d475d" providerId="ADAL" clId="{CCE38196-6549-48A5-B8F0-4FE1DF2DB2E5}" dt="2026-08-17T14:57:47.728" v="3820" actId="478"/>
          <ac:picMkLst>
            <pc:docMk/>
            <pc:sldMk cId="4107903247" sldId="349"/>
            <ac:picMk id="4" creationId="{91E07C98-7027-B985-FDD3-C538682209CB}"/>
          </ac:picMkLst>
        </pc:picChg>
        <pc:picChg chg="add del">
          <ac:chgData name="DANIEL ALBERTO PEREZ MORERA" userId="b71f61fa-2a10-40af-a76c-06b5b43d475d" providerId="ADAL" clId="{CCE38196-6549-48A5-B8F0-4FE1DF2DB2E5}" dt="2026-08-17T14:57:49.468" v="3824" actId="478"/>
          <ac:picMkLst>
            <pc:docMk/>
            <pc:sldMk cId="4107903247" sldId="349"/>
            <ac:picMk id="7" creationId="{2E2F5FEA-6DEC-935A-74CA-D5D6A35A43DF}"/>
          </ac:picMkLst>
        </pc:picChg>
        <pc:picChg chg="add del">
          <ac:chgData name="DANIEL ALBERTO PEREZ MORERA" userId="b71f61fa-2a10-40af-a76c-06b5b43d475d" providerId="ADAL" clId="{CCE38196-6549-48A5-B8F0-4FE1DF2DB2E5}" dt="2026-08-17T14:57:47.142" v="3819" actId="22"/>
          <ac:picMkLst>
            <pc:docMk/>
            <pc:sldMk cId="4107903247" sldId="349"/>
            <ac:picMk id="9" creationId="{7ADF9442-EB66-96AD-AFEC-E979D0890CA6}"/>
          </ac:picMkLst>
        </pc:picChg>
      </pc:sldChg>
      <pc:sldChg chg="addSp delSp modSp add mod ord">
        <pc:chgData name="DANIEL ALBERTO PEREZ MORERA" userId="b71f61fa-2a10-40af-a76c-06b5b43d475d" providerId="ADAL" clId="{CCE38196-6549-48A5-B8F0-4FE1DF2DB2E5}" dt="2026-08-17T15:28:00.180" v="3954" actId="108"/>
        <pc:sldMkLst>
          <pc:docMk/>
          <pc:sldMk cId="801031654" sldId="350"/>
        </pc:sldMkLst>
        <pc:spChg chg="mod">
          <ac:chgData name="DANIEL ALBERTO PEREZ MORERA" userId="b71f61fa-2a10-40af-a76c-06b5b43d475d" providerId="ADAL" clId="{CCE38196-6549-48A5-B8F0-4FE1DF2DB2E5}" dt="2026-08-17T15:28:00.180" v="3954" actId="108"/>
          <ac:spMkLst>
            <pc:docMk/>
            <pc:sldMk cId="801031654" sldId="350"/>
            <ac:spMk id="2" creationId="{B511BB50-6B57-9BAB-FBF5-C9900B56182A}"/>
          </ac:spMkLst>
        </pc:spChg>
        <pc:graphicFrameChg chg="mod modGraphic">
          <ac:chgData name="DANIEL ALBERTO PEREZ MORERA" userId="b71f61fa-2a10-40af-a76c-06b5b43d475d" providerId="ADAL" clId="{CCE38196-6549-48A5-B8F0-4FE1DF2DB2E5}" dt="2026-08-17T15:26:26.649" v="3943" actId="790"/>
          <ac:graphicFrameMkLst>
            <pc:docMk/>
            <pc:sldMk cId="801031654" sldId="350"/>
            <ac:graphicFrameMk id="14" creationId="{FE7EFBF3-A9F8-FC8D-A44C-25CBDF891222}"/>
          </ac:graphicFrameMkLst>
        </pc:graphicFrameChg>
        <pc:picChg chg="add mod">
          <ac:chgData name="DANIEL ALBERTO PEREZ MORERA" userId="b71f61fa-2a10-40af-a76c-06b5b43d475d" providerId="ADAL" clId="{CCE38196-6549-48A5-B8F0-4FE1DF2DB2E5}" dt="2026-08-17T15:00:58.771" v="3838" actId="1076"/>
          <ac:picMkLst>
            <pc:docMk/>
            <pc:sldMk cId="801031654" sldId="350"/>
            <ac:picMk id="4" creationId="{A98F11C0-8730-0B97-3A5E-0F8AE17F7C93}"/>
          </ac:picMkLst>
        </pc:picChg>
        <pc:picChg chg="del">
          <ac:chgData name="DANIEL ALBERTO PEREZ MORERA" userId="b71f61fa-2a10-40af-a76c-06b5b43d475d" providerId="ADAL" clId="{CCE38196-6549-48A5-B8F0-4FE1DF2DB2E5}" dt="2026-08-17T15:00:29.391" v="3832" actId="478"/>
          <ac:picMkLst>
            <pc:docMk/>
            <pc:sldMk cId="801031654" sldId="350"/>
            <ac:picMk id="6" creationId="{8E35E305-F858-73E8-803C-2065C720988B}"/>
          </ac:picMkLst>
        </pc:picChg>
      </pc:sldChg>
      <pc:sldChg chg="addSp delSp modSp new mod">
        <pc:chgData name="DANIEL ALBERTO PEREZ MORERA" userId="b71f61fa-2a10-40af-a76c-06b5b43d475d" providerId="ADAL" clId="{CCE38196-6549-48A5-B8F0-4FE1DF2DB2E5}" dt="2026-08-17T15:26:26.649" v="3943" actId="790"/>
        <pc:sldMkLst>
          <pc:docMk/>
          <pc:sldMk cId="311284489" sldId="351"/>
        </pc:sldMkLst>
        <pc:spChg chg="mod">
          <ac:chgData name="DANIEL ALBERTO PEREZ MORERA" userId="b71f61fa-2a10-40af-a76c-06b5b43d475d" providerId="ADAL" clId="{CCE38196-6549-48A5-B8F0-4FE1DF2DB2E5}" dt="2026-08-17T15:26:26.649" v="3943" actId="790"/>
          <ac:spMkLst>
            <pc:docMk/>
            <pc:sldMk cId="311284489" sldId="351"/>
            <ac:spMk id="2" creationId="{12D07E9B-239B-74E8-55C9-0B7694106984}"/>
          </ac:spMkLst>
        </pc:spChg>
        <pc:spChg chg="mod">
          <ac:chgData name="DANIEL ALBERTO PEREZ MORERA" userId="b71f61fa-2a10-40af-a76c-06b5b43d475d" providerId="ADAL" clId="{CCE38196-6549-48A5-B8F0-4FE1DF2DB2E5}" dt="2026-08-17T15:26:26.649" v="3943" actId="790"/>
          <ac:spMkLst>
            <pc:docMk/>
            <pc:sldMk cId="311284489" sldId="351"/>
            <ac:spMk id="3" creationId="{9418F453-D134-9C6E-A80E-9BEC6D192091}"/>
          </ac:spMkLst>
        </pc:spChg>
        <pc:spChg chg="del mod">
          <ac:chgData name="DANIEL ALBERTO PEREZ MORERA" userId="b71f61fa-2a10-40af-a76c-06b5b43d475d" providerId="ADAL" clId="{CCE38196-6549-48A5-B8F0-4FE1DF2DB2E5}" dt="2026-08-17T15:06:25.155" v="3873" actId="22"/>
          <ac:spMkLst>
            <pc:docMk/>
            <pc:sldMk cId="311284489" sldId="351"/>
            <ac:spMk id="4" creationId="{71EBFE09-B4AA-1524-3E40-50FCD1ECD495}"/>
          </ac:spMkLst>
        </pc:spChg>
        <pc:spChg chg="mod">
          <ac:chgData name="DANIEL ALBERTO PEREZ MORERA" userId="b71f61fa-2a10-40af-a76c-06b5b43d475d" providerId="ADAL" clId="{CCE38196-6549-48A5-B8F0-4FE1DF2DB2E5}" dt="2026-08-17T15:26:26.649" v="3943" actId="790"/>
          <ac:spMkLst>
            <pc:docMk/>
            <pc:sldMk cId="311284489" sldId="351"/>
            <ac:spMk id="5" creationId="{8B0509C2-5C2C-8219-6E93-50E95C653F99}"/>
          </ac:spMkLst>
        </pc:spChg>
        <pc:spChg chg="del mod">
          <ac:chgData name="DANIEL ALBERTO PEREZ MORERA" userId="b71f61fa-2a10-40af-a76c-06b5b43d475d" providerId="ADAL" clId="{CCE38196-6549-48A5-B8F0-4FE1DF2DB2E5}" dt="2026-08-17T15:08:13.745" v="3874" actId="22"/>
          <ac:spMkLst>
            <pc:docMk/>
            <pc:sldMk cId="311284489" sldId="351"/>
            <ac:spMk id="6" creationId="{32876908-448C-03A8-CC30-5E36C3221DE9}"/>
          </ac:spMkLst>
        </pc:spChg>
        <pc:picChg chg="add mod ord">
          <ac:chgData name="DANIEL ALBERTO PEREZ MORERA" userId="b71f61fa-2a10-40af-a76c-06b5b43d475d" providerId="ADAL" clId="{CCE38196-6549-48A5-B8F0-4FE1DF2DB2E5}" dt="2026-08-17T15:06:25.155" v="3873" actId="22"/>
          <ac:picMkLst>
            <pc:docMk/>
            <pc:sldMk cId="311284489" sldId="351"/>
            <ac:picMk id="8" creationId="{1875D52A-23ED-1414-2DCB-0690232684D7}"/>
          </ac:picMkLst>
        </pc:picChg>
        <pc:picChg chg="add mod ord">
          <ac:chgData name="DANIEL ALBERTO PEREZ MORERA" userId="b71f61fa-2a10-40af-a76c-06b5b43d475d" providerId="ADAL" clId="{CCE38196-6549-48A5-B8F0-4FE1DF2DB2E5}" dt="2026-08-17T15:08:13.745" v="3874" actId="22"/>
          <ac:picMkLst>
            <pc:docMk/>
            <pc:sldMk cId="311284489" sldId="351"/>
            <ac:picMk id="10" creationId="{073C07E4-3932-B7A1-A83D-6C99904D1AAC}"/>
          </ac:picMkLst>
        </pc:picChg>
      </pc:sldChg>
      <pc:sldChg chg="addSp delSp modSp add mod">
        <pc:chgData name="DANIEL ALBERTO PEREZ MORERA" userId="b71f61fa-2a10-40af-a76c-06b5b43d475d" providerId="ADAL" clId="{CCE38196-6549-48A5-B8F0-4FE1DF2DB2E5}" dt="2026-08-17T15:26:26.649" v="3943" actId="790"/>
        <pc:sldMkLst>
          <pc:docMk/>
          <pc:sldMk cId="3431348259" sldId="352"/>
        </pc:sldMkLst>
        <pc:spChg chg="mod">
          <ac:chgData name="DANIEL ALBERTO PEREZ MORERA" userId="b71f61fa-2a10-40af-a76c-06b5b43d475d" providerId="ADAL" clId="{CCE38196-6549-48A5-B8F0-4FE1DF2DB2E5}" dt="2026-08-17T15:26:26.649" v="3943" actId="790"/>
          <ac:spMkLst>
            <pc:docMk/>
            <pc:sldMk cId="3431348259" sldId="352"/>
            <ac:spMk id="2" creationId="{4C50F499-7188-272E-3166-246F1BE04B8C}"/>
          </ac:spMkLst>
        </pc:spChg>
        <pc:spChg chg="mod">
          <ac:chgData name="DANIEL ALBERTO PEREZ MORERA" userId="b71f61fa-2a10-40af-a76c-06b5b43d475d" providerId="ADAL" clId="{CCE38196-6549-48A5-B8F0-4FE1DF2DB2E5}" dt="2026-08-17T15:26:26.649" v="3943" actId="790"/>
          <ac:spMkLst>
            <pc:docMk/>
            <pc:sldMk cId="3431348259" sldId="352"/>
            <ac:spMk id="3" creationId="{647290C2-95DE-7135-4B2A-2A2A94FB0C47}"/>
          </ac:spMkLst>
        </pc:spChg>
        <pc:spChg chg="mod">
          <ac:chgData name="DANIEL ALBERTO PEREZ MORERA" userId="b71f61fa-2a10-40af-a76c-06b5b43d475d" providerId="ADAL" clId="{CCE38196-6549-48A5-B8F0-4FE1DF2DB2E5}" dt="2026-08-17T15:26:26.649" v="3943" actId="790"/>
          <ac:spMkLst>
            <pc:docMk/>
            <pc:sldMk cId="3431348259" sldId="352"/>
            <ac:spMk id="5" creationId="{A0DD9042-44FC-C381-0865-7E6A5FB5C33C}"/>
          </ac:spMkLst>
        </pc:spChg>
        <pc:spChg chg="add del mod">
          <ac:chgData name="DANIEL ALBERTO PEREZ MORERA" userId="b71f61fa-2a10-40af-a76c-06b5b43d475d" providerId="ADAL" clId="{CCE38196-6549-48A5-B8F0-4FE1DF2DB2E5}" dt="2026-08-17T15:22:47.327" v="3904" actId="22"/>
          <ac:spMkLst>
            <pc:docMk/>
            <pc:sldMk cId="3431348259" sldId="352"/>
            <ac:spMk id="6" creationId="{80E74381-4849-8022-CF22-4D1371156578}"/>
          </ac:spMkLst>
        </pc:spChg>
        <pc:spChg chg="add del mod">
          <ac:chgData name="DANIEL ALBERTO PEREZ MORERA" userId="b71f61fa-2a10-40af-a76c-06b5b43d475d" providerId="ADAL" clId="{CCE38196-6549-48A5-B8F0-4FE1DF2DB2E5}" dt="2026-08-17T15:23:03.848" v="3908" actId="22"/>
          <ac:spMkLst>
            <pc:docMk/>
            <pc:sldMk cId="3431348259" sldId="352"/>
            <ac:spMk id="12" creationId="{B08C2261-2534-0591-502B-66874C5BB18B}"/>
          </ac:spMkLst>
        </pc:spChg>
        <pc:picChg chg="del">
          <ac:chgData name="DANIEL ALBERTO PEREZ MORERA" userId="b71f61fa-2a10-40af-a76c-06b5b43d475d" providerId="ADAL" clId="{CCE38196-6549-48A5-B8F0-4FE1DF2DB2E5}" dt="2026-08-17T15:22:45.677" v="3903" actId="478"/>
          <ac:picMkLst>
            <pc:docMk/>
            <pc:sldMk cId="3431348259" sldId="352"/>
            <ac:picMk id="8" creationId="{86C33F9E-A31B-FCA4-11AD-1AC30FEFC9B2}"/>
          </ac:picMkLst>
        </pc:picChg>
        <pc:picChg chg="add mod ord">
          <ac:chgData name="DANIEL ALBERTO PEREZ MORERA" userId="b71f61fa-2a10-40af-a76c-06b5b43d475d" providerId="ADAL" clId="{CCE38196-6549-48A5-B8F0-4FE1DF2DB2E5}" dt="2026-08-17T15:22:47.327" v="3904" actId="22"/>
          <ac:picMkLst>
            <pc:docMk/>
            <pc:sldMk cId="3431348259" sldId="352"/>
            <ac:picMk id="9" creationId="{AB40D3BE-6B4B-11BC-C8B0-C2F1FF596B38}"/>
          </ac:picMkLst>
        </pc:picChg>
        <pc:picChg chg="del">
          <ac:chgData name="DANIEL ALBERTO PEREZ MORERA" userId="b71f61fa-2a10-40af-a76c-06b5b43d475d" providerId="ADAL" clId="{CCE38196-6549-48A5-B8F0-4FE1DF2DB2E5}" dt="2026-08-17T15:23:01.193" v="3905" actId="478"/>
          <ac:picMkLst>
            <pc:docMk/>
            <pc:sldMk cId="3431348259" sldId="352"/>
            <ac:picMk id="10" creationId="{6DDAEE13-79E9-46CF-042E-CD0F4F05B2B9}"/>
          </ac:picMkLst>
        </pc:picChg>
        <pc:picChg chg="add del">
          <ac:chgData name="DANIEL ALBERTO PEREZ MORERA" userId="b71f61fa-2a10-40af-a76c-06b5b43d475d" providerId="ADAL" clId="{CCE38196-6549-48A5-B8F0-4FE1DF2DB2E5}" dt="2026-08-17T15:23:02.443" v="3907" actId="22"/>
          <ac:picMkLst>
            <pc:docMk/>
            <pc:sldMk cId="3431348259" sldId="352"/>
            <ac:picMk id="14" creationId="{0D310B9A-E683-B382-EF80-623BF4BD9141}"/>
          </ac:picMkLst>
        </pc:picChg>
        <pc:picChg chg="add mod ord">
          <ac:chgData name="DANIEL ALBERTO PEREZ MORERA" userId="b71f61fa-2a10-40af-a76c-06b5b43d475d" providerId="ADAL" clId="{CCE38196-6549-48A5-B8F0-4FE1DF2DB2E5}" dt="2026-08-17T15:23:03.848" v="3908" actId="22"/>
          <ac:picMkLst>
            <pc:docMk/>
            <pc:sldMk cId="3431348259" sldId="352"/>
            <ac:picMk id="16" creationId="{2DE01597-5355-2C28-4749-98E202DDE02C}"/>
          </ac:picMkLst>
        </pc:picChg>
      </pc:sldChg>
      <pc:sldChg chg="add del">
        <pc:chgData name="DANIEL ALBERTO PEREZ MORERA" userId="b71f61fa-2a10-40af-a76c-06b5b43d475d" providerId="ADAL" clId="{CCE38196-6549-48A5-B8F0-4FE1DF2DB2E5}" dt="2026-08-17T15:24:09.944" v="3910"/>
        <pc:sldMkLst>
          <pc:docMk/>
          <pc:sldMk cId="457498898" sldId="353"/>
        </pc:sldMkLst>
      </pc:sldChg>
      <pc:sldChg chg="addSp delSp modSp add del mod">
        <pc:chgData name="DANIEL ALBERTO PEREZ MORERA" userId="b71f61fa-2a10-40af-a76c-06b5b43d475d" providerId="ADAL" clId="{CCE38196-6549-48A5-B8F0-4FE1DF2DB2E5}" dt="2026-08-17T15:33:56.471" v="3965" actId="47"/>
        <pc:sldMkLst>
          <pc:docMk/>
          <pc:sldMk cId="4012574539" sldId="353"/>
        </pc:sldMkLst>
        <pc:spChg chg="mod">
          <ac:chgData name="DANIEL ALBERTO PEREZ MORERA" userId="b71f61fa-2a10-40af-a76c-06b5b43d475d" providerId="ADAL" clId="{CCE38196-6549-48A5-B8F0-4FE1DF2DB2E5}" dt="2026-08-17T15:26:26.649" v="3943" actId="790"/>
          <ac:spMkLst>
            <pc:docMk/>
            <pc:sldMk cId="4012574539" sldId="353"/>
            <ac:spMk id="2" creationId="{07FF1E92-7067-C333-17F4-78563B5852FE}"/>
          </ac:spMkLst>
        </pc:spChg>
        <pc:spChg chg="del">
          <ac:chgData name="DANIEL ALBERTO PEREZ MORERA" userId="b71f61fa-2a10-40af-a76c-06b5b43d475d" providerId="ADAL" clId="{CCE38196-6549-48A5-B8F0-4FE1DF2DB2E5}" dt="2026-08-17T15:24:47.872" v="3914" actId="478"/>
          <ac:spMkLst>
            <pc:docMk/>
            <pc:sldMk cId="4012574539" sldId="353"/>
            <ac:spMk id="3" creationId="{E3666A71-FA39-3110-F97B-501EE0FA693F}"/>
          </ac:spMkLst>
        </pc:spChg>
        <pc:spChg chg="del">
          <ac:chgData name="DANIEL ALBERTO PEREZ MORERA" userId="b71f61fa-2a10-40af-a76c-06b5b43d475d" providerId="ADAL" clId="{CCE38196-6549-48A5-B8F0-4FE1DF2DB2E5}" dt="2026-08-17T15:24:47.872" v="3914" actId="478"/>
          <ac:spMkLst>
            <pc:docMk/>
            <pc:sldMk cId="4012574539" sldId="353"/>
            <ac:spMk id="5" creationId="{D7779414-CF0A-A302-A3E2-50A8C9EFC022}"/>
          </ac:spMkLst>
        </pc:spChg>
        <pc:spChg chg="add del mod">
          <ac:chgData name="DANIEL ALBERTO PEREZ MORERA" userId="b71f61fa-2a10-40af-a76c-06b5b43d475d" providerId="ADAL" clId="{CCE38196-6549-48A5-B8F0-4FE1DF2DB2E5}" dt="2026-08-17T15:26:26.649" v="3943" actId="790"/>
          <ac:spMkLst>
            <pc:docMk/>
            <pc:sldMk cId="4012574539" sldId="353"/>
            <ac:spMk id="6" creationId="{184A4B07-BB73-BA21-6CC2-5611C56648E1}"/>
          </ac:spMkLst>
        </pc:spChg>
        <pc:spChg chg="add del mod">
          <ac:chgData name="DANIEL ALBERTO PEREZ MORERA" userId="b71f61fa-2a10-40af-a76c-06b5b43d475d" providerId="ADAL" clId="{CCE38196-6549-48A5-B8F0-4FE1DF2DB2E5}" dt="2026-08-17T15:26:26.649" v="3943" actId="790"/>
          <ac:spMkLst>
            <pc:docMk/>
            <pc:sldMk cId="4012574539" sldId="353"/>
            <ac:spMk id="8" creationId="{26B4D433-1BD6-2AEC-741D-7F500C832E2E}"/>
          </ac:spMkLst>
        </pc:spChg>
        <pc:spChg chg="add del mod">
          <ac:chgData name="DANIEL ALBERTO PEREZ MORERA" userId="b71f61fa-2a10-40af-a76c-06b5b43d475d" providerId="ADAL" clId="{CCE38196-6549-48A5-B8F0-4FE1DF2DB2E5}" dt="2026-08-17T15:26:26.649" v="3943" actId="790"/>
          <ac:spMkLst>
            <pc:docMk/>
            <pc:sldMk cId="4012574539" sldId="353"/>
            <ac:spMk id="11" creationId="{44F66AC5-F709-B475-00D5-5527ABA727C5}"/>
          </ac:spMkLst>
        </pc:spChg>
        <pc:spChg chg="add del mod">
          <ac:chgData name="DANIEL ALBERTO PEREZ MORERA" userId="b71f61fa-2a10-40af-a76c-06b5b43d475d" providerId="ADAL" clId="{CCE38196-6549-48A5-B8F0-4FE1DF2DB2E5}" dt="2026-08-17T15:26:26.649" v="3943" actId="790"/>
          <ac:spMkLst>
            <pc:docMk/>
            <pc:sldMk cId="4012574539" sldId="353"/>
            <ac:spMk id="13" creationId="{883A2304-528D-7548-A4A4-075433A3DBB2}"/>
          </ac:spMkLst>
        </pc:spChg>
        <pc:picChg chg="del">
          <ac:chgData name="DANIEL ALBERTO PEREZ MORERA" userId="b71f61fa-2a10-40af-a76c-06b5b43d475d" providerId="ADAL" clId="{CCE38196-6549-48A5-B8F0-4FE1DF2DB2E5}" dt="2026-08-17T15:24:47.872" v="3914" actId="478"/>
          <ac:picMkLst>
            <pc:docMk/>
            <pc:sldMk cId="4012574539" sldId="353"/>
            <ac:picMk id="9" creationId="{C67BDD8F-9B2C-C98A-AE10-AC8B3E6F3B95}"/>
          </ac:picMkLst>
        </pc:picChg>
        <pc:picChg chg="add del mod">
          <ac:chgData name="DANIEL ALBERTO PEREZ MORERA" userId="b71f61fa-2a10-40af-a76c-06b5b43d475d" providerId="ADAL" clId="{CCE38196-6549-48A5-B8F0-4FE1DF2DB2E5}" dt="2026-08-17T15:25:12.344" v="3921" actId="22"/>
          <ac:picMkLst>
            <pc:docMk/>
            <pc:sldMk cId="4012574539" sldId="353"/>
            <ac:picMk id="15" creationId="{49530DB2-BE7F-E5D3-F22F-4C058674BD24}"/>
          </ac:picMkLst>
        </pc:picChg>
        <pc:picChg chg="del">
          <ac:chgData name="DANIEL ALBERTO PEREZ MORERA" userId="b71f61fa-2a10-40af-a76c-06b5b43d475d" providerId="ADAL" clId="{CCE38196-6549-48A5-B8F0-4FE1DF2DB2E5}" dt="2026-08-17T15:24:47.872" v="3914" actId="478"/>
          <ac:picMkLst>
            <pc:docMk/>
            <pc:sldMk cId="4012574539" sldId="353"/>
            <ac:picMk id="16" creationId="{84FE4DFD-E058-F66F-0686-32808EA5F779}"/>
          </ac:picMkLst>
        </pc:picChg>
      </pc:sldChg>
      <pc:sldChg chg="addSp delSp modSp add mod ord">
        <pc:chgData name="DANIEL ALBERTO PEREZ MORERA" userId="b71f61fa-2a10-40af-a76c-06b5b43d475d" providerId="ADAL" clId="{CCE38196-6549-48A5-B8F0-4FE1DF2DB2E5}" dt="2026-08-17T15:28:09.613" v="3955" actId="108"/>
        <pc:sldMkLst>
          <pc:docMk/>
          <pc:sldMk cId="1479770157" sldId="354"/>
        </pc:sldMkLst>
        <pc:spChg chg="mod">
          <ac:chgData name="DANIEL ALBERTO PEREZ MORERA" userId="b71f61fa-2a10-40af-a76c-06b5b43d475d" providerId="ADAL" clId="{CCE38196-6549-48A5-B8F0-4FE1DF2DB2E5}" dt="2026-08-17T15:28:09.613" v="3955" actId="108"/>
          <ac:spMkLst>
            <pc:docMk/>
            <pc:sldMk cId="1479770157" sldId="354"/>
            <ac:spMk id="2" creationId="{1CA59A90-0722-CD6C-6269-D086B24161AC}"/>
          </ac:spMkLst>
        </pc:spChg>
        <pc:graphicFrameChg chg="mod modGraphic">
          <ac:chgData name="DANIEL ALBERTO PEREZ MORERA" userId="b71f61fa-2a10-40af-a76c-06b5b43d475d" providerId="ADAL" clId="{CCE38196-6549-48A5-B8F0-4FE1DF2DB2E5}" dt="2026-08-17T15:26:26.649" v="3943" actId="790"/>
          <ac:graphicFrameMkLst>
            <pc:docMk/>
            <pc:sldMk cId="1479770157" sldId="354"/>
            <ac:graphicFrameMk id="14" creationId="{E369BB3B-D4F0-CA4D-D312-B81C27CA4A89}"/>
          </ac:graphicFrameMkLst>
        </pc:graphicFrameChg>
        <pc:picChg chg="add del">
          <ac:chgData name="DANIEL ALBERTO PEREZ MORERA" userId="b71f61fa-2a10-40af-a76c-06b5b43d475d" providerId="ADAL" clId="{CCE38196-6549-48A5-B8F0-4FE1DF2DB2E5}" dt="2026-08-17T15:25:31.846" v="3928" actId="22"/>
          <ac:picMkLst>
            <pc:docMk/>
            <pc:sldMk cId="1479770157" sldId="354"/>
            <ac:picMk id="4" creationId="{BD53CF22-55C2-A9FF-D4B4-959BA8ECDE2E}"/>
          </ac:picMkLst>
        </pc:picChg>
        <pc:picChg chg="del">
          <ac:chgData name="DANIEL ALBERTO PEREZ MORERA" userId="b71f61fa-2a10-40af-a76c-06b5b43d475d" providerId="ADAL" clId="{CCE38196-6549-48A5-B8F0-4FE1DF2DB2E5}" dt="2026-08-17T15:25:32.730" v="3929" actId="478"/>
          <ac:picMkLst>
            <pc:docMk/>
            <pc:sldMk cId="1479770157" sldId="354"/>
            <ac:picMk id="6" creationId="{DE582B03-898D-3B42-185A-C1CF992DBBDC}"/>
          </ac:picMkLst>
        </pc:picChg>
        <pc:picChg chg="add mod">
          <ac:chgData name="DANIEL ALBERTO PEREZ MORERA" userId="b71f61fa-2a10-40af-a76c-06b5b43d475d" providerId="ADAL" clId="{CCE38196-6549-48A5-B8F0-4FE1DF2DB2E5}" dt="2026-08-17T15:25:40.786" v="3932" actId="1076"/>
          <ac:picMkLst>
            <pc:docMk/>
            <pc:sldMk cId="1479770157" sldId="354"/>
            <ac:picMk id="7" creationId="{4DCFC386-8EB0-5D35-C7DE-EF4534AB5759}"/>
          </ac:picMkLst>
        </pc:picChg>
      </pc:sldChg>
      <pc:sldChg chg="addSp delSp modSp new mod">
        <pc:chgData name="DANIEL ALBERTO PEREZ MORERA" userId="b71f61fa-2a10-40af-a76c-06b5b43d475d" providerId="ADAL" clId="{CCE38196-6549-48A5-B8F0-4FE1DF2DB2E5}" dt="2026-08-17T16:28:05.977" v="4201" actId="108"/>
        <pc:sldMkLst>
          <pc:docMk/>
          <pc:sldMk cId="3367973759" sldId="355"/>
        </pc:sldMkLst>
        <pc:spChg chg="mod">
          <ac:chgData name="DANIEL ALBERTO PEREZ MORERA" userId="b71f61fa-2a10-40af-a76c-06b5b43d475d" providerId="ADAL" clId="{CCE38196-6549-48A5-B8F0-4FE1DF2DB2E5}" dt="2026-08-17T16:28:05.977" v="4201" actId="108"/>
          <ac:spMkLst>
            <pc:docMk/>
            <pc:sldMk cId="3367973759" sldId="355"/>
            <ac:spMk id="2" creationId="{F5CEF12A-D9F9-DCF6-FAAC-C5DDBBCD5118}"/>
          </ac:spMkLst>
        </pc:spChg>
        <pc:spChg chg="mod">
          <ac:chgData name="DANIEL ALBERTO PEREZ MORERA" userId="b71f61fa-2a10-40af-a76c-06b5b43d475d" providerId="ADAL" clId="{CCE38196-6549-48A5-B8F0-4FE1DF2DB2E5}" dt="2026-08-17T15:28:27.384" v="3958" actId="20577"/>
          <ac:spMkLst>
            <pc:docMk/>
            <pc:sldMk cId="3367973759" sldId="355"/>
            <ac:spMk id="3" creationId="{53D61581-6297-AE8D-E068-3E1DE8796198}"/>
          </ac:spMkLst>
        </pc:spChg>
        <pc:spChg chg="del">
          <ac:chgData name="DANIEL ALBERTO PEREZ MORERA" userId="b71f61fa-2a10-40af-a76c-06b5b43d475d" providerId="ADAL" clId="{CCE38196-6549-48A5-B8F0-4FE1DF2DB2E5}" dt="2026-08-17T15:32:45.994" v="3963" actId="22"/>
          <ac:spMkLst>
            <pc:docMk/>
            <pc:sldMk cId="3367973759" sldId="355"/>
            <ac:spMk id="4" creationId="{D4965EB9-4DF3-CE95-0491-8FF70825A0ED}"/>
          </ac:spMkLst>
        </pc:spChg>
        <pc:spChg chg="mod">
          <ac:chgData name="DANIEL ALBERTO PEREZ MORERA" userId="b71f61fa-2a10-40af-a76c-06b5b43d475d" providerId="ADAL" clId="{CCE38196-6549-48A5-B8F0-4FE1DF2DB2E5}" dt="2026-08-17T15:28:31.076" v="3962" actId="20577"/>
          <ac:spMkLst>
            <pc:docMk/>
            <pc:sldMk cId="3367973759" sldId="355"/>
            <ac:spMk id="5" creationId="{0AA1B4E7-B464-2039-EB56-ABCE9B8AD359}"/>
          </ac:spMkLst>
        </pc:spChg>
        <pc:spChg chg="del">
          <ac:chgData name="DANIEL ALBERTO PEREZ MORERA" userId="b71f61fa-2a10-40af-a76c-06b5b43d475d" providerId="ADAL" clId="{CCE38196-6549-48A5-B8F0-4FE1DF2DB2E5}" dt="2026-08-17T15:33:46.910" v="3964" actId="22"/>
          <ac:spMkLst>
            <pc:docMk/>
            <pc:sldMk cId="3367973759" sldId="355"/>
            <ac:spMk id="6" creationId="{9807738A-0568-9E59-C091-88FCA3BC294F}"/>
          </ac:spMkLst>
        </pc:spChg>
        <pc:picChg chg="add mod ord">
          <ac:chgData name="DANIEL ALBERTO PEREZ MORERA" userId="b71f61fa-2a10-40af-a76c-06b5b43d475d" providerId="ADAL" clId="{CCE38196-6549-48A5-B8F0-4FE1DF2DB2E5}" dt="2026-08-17T15:32:45.994" v="3963" actId="22"/>
          <ac:picMkLst>
            <pc:docMk/>
            <pc:sldMk cId="3367973759" sldId="355"/>
            <ac:picMk id="8" creationId="{99088925-0481-442B-F456-37FF4293E1E0}"/>
          </ac:picMkLst>
        </pc:picChg>
        <pc:picChg chg="add mod ord">
          <ac:chgData name="DANIEL ALBERTO PEREZ MORERA" userId="b71f61fa-2a10-40af-a76c-06b5b43d475d" providerId="ADAL" clId="{CCE38196-6549-48A5-B8F0-4FE1DF2DB2E5}" dt="2026-08-17T15:33:46.910" v="3964" actId="22"/>
          <ac:picMkLst>
            <pc:docMk/>
            <pc:sldMk cId="3367973759" sldId="355"/>
            <ac:picMk id="10" creationId="{D86A2A6F-D4F6-A3FA-3978-F49F5E07AD0A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59C873E-1B8F-4430-B470-ADE7F1CEE06F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520E674-426E-4441-A8BE-B93A953CE6E7}">
      <dgm:prSet custT="1"/>
      <dgm:spPr/>
      <dgm:t>
        <a:bodyPr/>
        <a:lstStyle/>
        <a:p>
          <a:pPr>
            <a:buNone/>
          </a:pPr>
          <a:r>
            <a:rPr lang="es-CR" sz="2400" b="1" noProof="0" dirty="0"/>
            <a:t>Automatizar</a:t>
          </a:r>
          <a:r>
            <a:rPr lang="es-CR" sz="2400" noProof="0" dirty="0"/>
            <a:t> es utilizar un programa para realizar una tarea de manera automática, reduciendo o eliminando la intervención humana.</a:t>
          </a:r>
        </a:p>
      </dgm:t>
    </dgm:pt>
    <dgm:pt modelId="{CC862F48-DF0C-4479-BA9F-CB0EC10FDCC1}" type="parTrans" cxnId="{63BD1222-9036-4F25-838F-87CDFA285784}">
      <dgm:prSet/>
      <dgm:spPr/>
      <dgm:t>
        <a:bodyPr/>
        <a:lstStyle/>
        <a:p>
          <a:endParaRPr lang="en-US"/>
        </a:p>
      </dgm:t>
    </dgm:pt>
    <dgm:pt modelId="{8BB8F32A-0EDB-41E6-A89F-7C8D90C91228}" type="sibTrans" cxnId="{63BD1222-9036-4F25-838F-87CDFA285784}">
      <dgm:prSet/>
      <dgm:spPr/>
      <dgm:t>
        <a:bodyPr/>
        <a:lstStyle/>
        <a:p>
          <a:endParaRPr lang="en-US"/>
        </a:p>
      </dgm:t>
    </dgm:pt>
    <dgm:pt modelId="{F4C7F191-7EEF-459E-8741-95E22BE20235}">
      <dgm:prSet/>
      <dgm:spPr/>
      <dgm:t>
        <a:bodyPr/>
        <a:lstStyle/>
        <a:p>
          <a:pPr algn="ctr"/>
          <a:r>
            <a:rPr lang="es-CR" b="1" noProof="0" dirty="0"/>
            <a:t>Ejemplos:
</a:t>
          </a:r>
          <a:r>
            <a:rPr lang="es-CR" b="0" noProof="0" dirty="0"/>
            <a:t>Procesar archivos
Generar reportes
Organizar información
Consultar servicios externos</a:t>
          </a:r>
        </a:p>
      </dgm:t>
    </dgm:pt>
    <dgm:pt modelId="{8AD9F6D8-4C23-4C2F-A565-43C11C7D9474}" type="parTrans" cxnId="{E5862E59-19B7-4DC6-9A65-C42DBB308F0A}">
      <dgm:prSet/>
      <dgm:spPr/>
      <dgm:t>
        <a:bodyPr/>
        <a:lstStyle/>
        <a:p>
          <a:endParaRPr lang="en-US"/>
        </a:p>
      </dgm:t>
    </dgm:pt>
    <dgm:pt modelId="{2AD142D4-0245-4F26-B653-C8D0942BBFDB}" type="sibTrans" cxnId="{E5862E59-19B7-4DC6-9A65-C42DBB308F0A}">
      <dgm:prSet/>
      <dgm:spPr/>
      <dgm:t>
        <a:bodyPr/>
        <a:lstStyle/>
        <a:p>
          <a:endParaRPr lang="en-US"/>
        </a:p>
      </dgm:t>
    </dgm:pt>
    <dgm:pt modelId="{AFA9567D-F5E6-4484-86CE-614B07475BBC}" type="pres">
      <dgm:prSet presAssocID="{459C873E-1B8F-4430-B470-ADE7F1CEE06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67E16F1-38FD-477C-966B-FE016D6F43C8}" type="pres">
      <dgm:prSet presAssocID="{F520E674-426E-4441-A8BE-B93A953CE6E7}" presName="hierRoot1" presStyleCnt="0"/>
      <dgm:spPr/>
    </dgm:pt>
    <dgm:pt modelId="{1C0F0AE6-1F5A-47B6-9A35-BBB1A7C099FD}" type="pres">
      <dgm:prSet presAssocID="{F520E674-426E-4441-A8BE-B93A953CE6E7}" presName="composite" presStyleCnt="0"/>
      <dgm:spPr/>
    </dgm:pt>
    <dgm:pt modelId="{24630AB0-74BB-4FCD-9B6F-B28D2EF4E542}" type="pres">
      <dgm:prSet presAssocID="{F520E674-426E-4441-A8BE-B93A953CE6E7}" presName="background" presStyleLbl="node0" presStyleIdx="0" presStyleCnt="2"/>
      <dgm:spPr/>
    </dgm:pt>
    <dgm:pt modelId="{C8F399F6-D8C8-4707-B59D-A3CA797001B8}" type="pres">
      <dgm:prSet presAssocID="{F520E674-426E-4441-A8BE-B93A953CE6E7}" presName="text" presStyleLbl="fgAcc0" presStyleIdx="0" presStyleCnt="2">
        <dgm:presLayoutVars>
          <dgm:chPref val="3"/>
        </dgm:presLayoutVars>
      </dgm:prSet>
      <dgm:spPr/>
    </dgm:pt>
    <dgm:pt modelId="{3C1E5408-C8F8-4D67-8766-A19CBEF850D1}" type="pres">
      <dgm:prSet presAssocID="{F520E674-426E-4441-A8BE-B93A953CE6E7}" presName="hierChild2" presStyleCnt="0"/>
      <dgm:spPr/>
    </dgm:pt>
    <dgm:pt modelId="{C35AC604-67A2-41F3-96F3-885B7BD4F60F}" type="pres">
      <dgm:prSet presAssocID="{F4C7F191-7EEF-459E-8741-95E22BE20235}" presName="hierRoot1" presStyleCnt="0"/>
      <dgm:spPr/>
    </dgm:pt>
    <dgm:pt modelId="{939D9044-A43F-45D1-870E-25D1D85D5F0B}" type="pres">
      <dgm:prSet presAssocID="{F4C7F191-7EEF-459E-8741-95E22BE20235}" presName="composite" presStyleCnt="0"/>
      <dgm:spPr/>
    </dgm:pt>
    <dgm:pt modelId="{61113E2C-81CD-453E-9AC3-9837629B40FF}" type="pres">
      <dgm:prSet presAssocID="{F4C7F191-7EEF-459E-8741-95E22BE20235}" presName="background" presStyleLbl="node0" presStyleIdx="1" presStyleCnt="2"/>
      <dgm:spPr/>
    </dgm:pt>
    <dgm:pt modelId="{8DF12523-2492-4AF5-8FED-79994B358DCC}" type="pres">
      <dgm:prSet presAssocID="{F4C7F191-7EEF-459E-8741-95E22BE20235}" presName="text" presStyleLbl="fgAcc0" presStyleIdx="1" presStyleCnt="2">
        <dgm:presLayoutVars>
          <dgm:chPref val="3"/>
        </dgm:presLayoutVars>
      </dgm:prSet>
      <dgm:spPr/>
    </dgm:pt>
    <dgm:pt modelId="{B992EB79-C986-4D3C-9C28-9A2F99A9EF92}" type="pres">
      <dgm:prSet presAssocID="{F4C7F191-7EEF-459E-8741-95E22BE20235}" presName="hierChild2" presStyleCnt="0"/>
      <dgm:spPr/>
    </dgm:pt>
  </dgm:ptLst>
  <dgm:cxnLst>
    <dgm:cxn modelId="{63BD1222-9036-4F25-838F-87CDFA285784}" srcId="{459C873E-1B8F-4430-B470-ADE7F1CEE06F}" destId="{F520E674-426E-4441-A8BE-B93A953CE6E7}" srcOrd="0" destOrd="0" parTransId="{CC862F48-DF0C-4479-BA9F-CB0EC10FDCC1}" sibTransId="{8BB8F32A-0EDB-41E6-A89F-7C8D90C91228}"/>
    <dgm:cxn modelId="{AC940D25-722F-4FE7-B252-FB65CB931325}" type="presOf" srcId="{F520E674-426E-4441-A8BE-B93A953CE6E7}" destId="{C8F399F6-D8C8-4707-B59D-A3CA797001B8}" srcOrd="0" destOrd="0" presId="urn:microsoft.com/office/officeart/2005/8/layout/hierarchy1"/>
    <dgm:cxn modelId="{31DE2967-2714-47A9-AB08-51AE24BDEE9C}" type="presOf" srcId="{459C873E-1B8F-4430-B470-ADE7F1CEE06F}" destId="{AFA9567D-F5E6-4484-86CE-614B07475BBC}" srcOrd="0" destOrd="0" presId="urn:microsoft.com/office/officeart/2005/8/layout/hierarchy1"/>
    <dgm:cxn modelId="{E5862E59-19B7-4DC6-9A65-C42DBB308F0A}" srcId="{459C873E-1B8F-4430-B470-ADE7F1CEE06F}" destId="{F4C7F191-7EEF-459E-8741-95E22BE20235}" srcOrd="1" destOrd="0" parTransId="{8AD9F6D8-4C23-4C2F-A565-43C11C7D9474}" sibTransId="{2AD142D4-0245-4F26-B653-C8D0942BBFDB}"/>
    <dgm:cxn modelId="{7638C9A5-F212-402A-A529-9ABCC8AB50C9}" type="presOf" srcId="{F4C7F191-7EEF-459E-8741-95E22BE20235}" destId="{8DF12523-2492-4AF5-8FED-79994B358DCC}" srcOrd="0" destOrd="0" presId="urn:microsoft.com/office/officeart/2005/8/layout/hierarchy1"/>
    <dgm:cxn modelId="{2406AA18-F81E-41FC-AD4A-CB5B3D2AEBA1}" type="presParOf" srcId="{AFA9567D-F5E6-4484-86CE-614B07475BBC}" destId="{D67E16F1-38FD-477C-966B-FE016D6F43C8}" srcOrd="0" destOrd="0" presId="urn:microsoft.com/office/officeart/2005/8/layout/hierarchy1"/>
    <dgm:cxn modelId="{BBEAB21B-F190-4BE3-9FFA-41DACFCDCF49}" type="presParOf" srcId="{D67E16F1-38FD-477C-966B-FE016D6F43C8}" destId="{1C0F0AE6-1F5A-47B6-9A35-BBB1A7C099FD}" srcOrd="0" destOrd="0" presId="urn:microsoft.com/office/officeart/2005/8/layout/hierarchy1"/>
    <dgm:cxn modelId="{67024F71-45A3-479C-B308-9D6CA671506A}" type="presParOf" srcId="{1C0F0AE6-1F5A-47B6-9A35-BBB1A7C099FD}" destId="{24630AB0-74BB-4FCD-9B6F-B28D2EF4E542}" srcOrd="0" destOrd="0" presId="urn:microsoft.com/office/officeart/2005/8/layout/hierarchy1"/>
    <dgm:cxn modelId="{0E8E01DB-D673-402F-B9A5-8BA91A9FE645}" type="presParOf" srcId="{1C0F0AE6-1F5A-47B6-9A35-BBB1A7C099FD}" destId="{C8F399F6-D8C8-4707-B59D-A3CA797001B8}" srcOrd="1" destOrd="0" presId="urn:microsoft.com/office/officeart/2005/8/layout/hierarchy1"/>
    <dgm:cxn modelId="{49EF1A2A-C413-4351-860A-A76E1A752B32}" type="presParOf" srcId="{D67E16F1-38FD-477C-966B-FE016D6F43C8}" destId="{3C1E5408-C8F8-4D67-8766-A19CBEF850D1}" srcOrd="1" destOrd="0" presId="urn:microsoft.com/office/officeart/2005/8/layout/hierarchy1"/>
    <dgm:cxn modelId="{FA6B16C7-931B-4B99-B4C0-D1E80057CEDE}" type="presParOf" srcId="{AFA9567D-F5E6-4484-86CE-614B07475BBC}" destId="{C35AC604-67A2-41F3-96F3-885B7BD4F60F}" srcOrd="1" destOrd="0" presId="urn:microsoft.com/office/officeart/2005/8/layout/hierarchy1"/>
    <dgm:cxn modelId="{D7717F4E-FF1D-4F88-B055-4D3060D377EA}" type="presParOf" srcId="{C35AC604-67A2-41F3-96F3-885B7BD4F60F}" destId="{939D9044-A43F-45D1-870E-25D1D85D5F0B}" srcOrd="0" destOrd="0" presId="urn:microsoft.com/office/officeart/2005/8/layout/hierarchy1"/>
    <dgm:cxn modelId="{D7C8FCFB-E6E8-410F-B03B-16A37A5A8D5C}" type="presParOf" srcId="{939D9044-A43F-45D1-870E-25D1D85D5F0B}" destId="{61113E2C-81CD-453E-9AC3-9837629B40FF}" srcOrd="0" destOrd="0" presId="urn:microsoft.com/office/officeart/2005/8/layout/hierarchy1"/>
    <dgm:cxn modelId="{76195EDE-3F10-4C82-B2BE-B73132AB18DA}" type="presParOf" srcId="{939D9044-A43F-45D1-870E-25D1D85D5F0B}" destId="{8DF12523-2492-4AF5-8FED-79994B358DCC}" srcOrd="1" destOrd="0" presId="urn:microsoft.com/office/officeart/2005/8/layout/hierarchy1"/>
    <dgm:cxn modelId="{E1FDD84E-4B10-48FE-9E6D-E2872C6B5981}" type="presParOf" srcId="{C35AC604-67A2-41F3-96F3-885B7BD4F60F}" destId="{B992EB79-C986-4D3C-9C28-9A2F99A9EF9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59C873E-1B8F-4430-B470-ADE7F1CEE06F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C2CBD4F-0AE7-41B7-9530-9C2110DE8166}">
      <dgm:prSet custT="1"/>
      <dgm:spPr/>
      <dgm:t>
        <a:bodyPr/>
        <a:lstStyle/>
        <a:p>
          <a:r>
            <a:rPr lang="es-CR" sz="2400" noProof="0" dirty="0"/>
            <a:t>Ahorrar tiempo</a:t>
          </a:r>
          <a:br>
            <a:rPr lang="es-CR" sz="2400" noProof="0" dirty="0"/>
          </a:br>
          <a:r>
            <a:rPr lang="es-CR" sz="2400" noProof="0" dirty="0"/>
            <a:t>Evitar tareas repetitivas</a:t>
          </a:r>
          <a:br>
            <a:rPr lang="es-CR" sz="2400" noProof="0" dirty="0"/>
          </a:br>
          <a:r>
            <a:rPr lang="es-CR" sz="2400" noProof="0" dirty="0"/>
            <a:t>Reducir errores humanos</a:t>
          </a:r>
          <a:br>
            <a:rPr lang="es-CR" sz="2400" noProof="0" dirty="0"/>
          </a:br>
          <a:r>
            <a:rPr lang="es-CR" sz="2400" noProof="0" dirty="0"/>
            <a:t>Procesar muchos archivos</a:t>
          </a:r>
          <a:br>
            <a:rPr lang="es-CR" sz="2400" noProof="0" dirty="0"/>
          </a:br>
          <a:r>
            <a:rPr lang="es-CR" sz="2400" noProof="0" dirty="0"/>
            <a:t>Generar reportes</a:t>
          </a:r>
          <a:br>
            <a:rPr lang="es-CR" sz="2400" noProof="0" dirty="0"/>
          </a:br>
          <a:r>
            <a:rPr lang="es-CR" sz="2400" noProof="0" dirty="0"/>
            <a:t>Conectar diferentes sistemas</a:t>
          </a:r>
        </a:p>
      </dgm:t>
    </dgm:pt>
    <dgm:pt modelId="{683CA50F-C6FA-4AD8-A182-107CF1361628}" type="parTrans" cxnId="{E46B65C6-B149-4643-BB31-A252CA1940EC}">
      <dgm:prSet/>
      <dgm:spPr/>
      <dgm:t>
        <a:bodyPr/>
        <a:lstStyle/>
        <a:p>
          <a:endParaRPr lang="en-US"/>
        </a:p>
      </dgm:t>
    </dgm:pt>
    <dgm:pt modelId="{2BEE05DD-E802-4D88-9C06-89D804B2CB32}" type="sibTrans" cxnId="{E46B65C6-B149-4643-BB31-A252CA1940EC}">
      <dgm:prSet/>
      <dgm:spPr/>
      <dgm:t>
        <a:bodyPr/>
        <a:lstStyle/>
        <a:p>
          <a:endParaRPr lang="en-US"/>
        </a:p>
      </dgm:t>
    </dgm:pt>
    <dgm:pt modelId="{AFA9567D-F5E6-4484-86CE-614B07475BBC}" type="pres">
      <dgm:prSet presAssocID="{459C873E-1B8F-4430-B470-ADE7F1CEE06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D4C26D2-4B7C-42DF-B5CE-79C3F5CE138F}" type="pres">
      <dgm:prSet presAssocID="{5C2CBD4F-0AE7-41B7-9530-9C2110DE8166}" presName="hierRoot1" presStyleCnt="0"/>
      <dgm:spPr/>
    </dgm:pt>
    <dgm:pt modelId="{28014D36-AE6E-4087-B061-4DA7D918C523}" type="pres">
      <dgm:prSet presAssocID="{5C2CBD4F-0AE7-41B7-9530-9C2110DE8166}" presName="composite" presStyleCnt="0"/>
      <dgm:spPr/>
    </dgm:pt>
    <dgm:pt modelId="{CDF51137-DD0C-40BC-8127-739ABD8C13FE}" type="pres">
      <dgm:prSet presAssocID="{5C2CBD4F-0AE7-41B7-9530-9C2110DE8166}" presName="background" presStyleLbl="node0" presStyleIdx="0" presStyleCnt="1"/>
      <dgm:spPr/>
    </dgm:pt>
    <dgm:pt modelId="{6528F256-3346-4412-9ABB-93E5831EE92E}" type="pres">
      <dgm:prSet presAssocID="{5C2CBD4F-0AE7-41B7-9530-9C2110DE8166}" presName="text" presStyleLbl="fgAcc0" presStyleIdx="0" presStyleCnt="1">
        <dgm:presLayoutVars>
          <dgm:chPref val="3"/>
        </dgm:presLayoutVars>
      </dgm:prSet>
      <dgm:spPr/>
    </dgm:pt>
    <dgm:pt modelId="{5B28DDE3-920C-42AF-B6B0-83BECA0D200A}" type="pres">
      <dgm:prSet presAssocID="{5C2CBD4F-0AE7-41B7-9530-9C2110DE8166}" presName="hierChild2" presStyleCnt="0"/>
      <dgm:spPr/>
    </dgm:pt>
  </dgm:ptLst>
  <dgm:cxnLst>
    <dgm:cxn modelId="{22893D00-2B0A-40F2-B9AC-0894035BDAF5}" type="presOf" srcId="{5C2CBD4F-0AE7-41B7-9530-9C2110DE8166}" destId="{6528F256-3346-4412-9ABB-93E5831EE92E}" srcOrd="0" destOrd="0" presId="urn:microsoft.com/office/officeart/2005/8/layout/hierarchy1"/>
    <dgm:cxn modelId="{31DE2967-2714-47A9-AB08-51AE24BDEE9C}" type="presOf" srcId="{459C873E-1B8F-4430-B470-ADE7F1CEE06F}" destId="{AFA9567D-F5E6-4484-86CE-614B07475BBC}" srcOrd="0" destOrd="0" presId="urn:microsoft.com/office/officeart/2005/8/layout/hierarchy1"/>
    <dgm:cxn modelId="{E46B65C6-B149-4643-BB31-A252CA1940EC}" srcId="{459C873E-1B8F-4430-B470-ADE7F1CEE06F}" destId="{5C2CBD4F-0AE7-41B7-9530-9C2110DE8166}" srcOrd="0" destOrd="0" parTransId="{683CA50F-C6FA-4AD8-A182-107CF1361628}" sibTransId="{2BEE05DD-E802-4D88-9C06-89D804B2CB32}"/>
    <dgm:cxn modelId="{E6ECBE56-5CA3-4712-B43A-5E9A1522096E}" type="presParOf" srcId="{AFA9567D-F5E6-4484-86CE-614B07475BBC}" destId="{DD4C26D2-4B7C-42DF-B5CE-79C3F5CE138F}" srcOrd="0" destOrd="0" presId="urn:microsoft.com/office/officeart/2005/8/layout/hierarchy1"/>
    <dgm:cxn modelId="{5D51CE49-7D55-4262-ABF4-237D77875066}" type="presParOf" srcId="{DD4C26D2-4B7C-42DF-B5CE-79C3F5CE138F}" destId="{28014D36-AE6E-4087-B061-4DA7D918C523}" srcOrd="0" destOrd="0" presId="urn:microsoft.com/office/officeart/2005/8/layout/hierarchy1"/>
    <dgm:cxn modelId="{EF5628A9-7064-4A69-B62B-88202275154B}" type="presParOf" srcId="{28014D36-AE6E-4087-B061-4DA7D918C523}" destId="{CDF51137-DD0C-40BC-8127-739ABD8C13FE}" srcOrd="0" destOrd="0" presId="urn:microsoft.com/office/officeart/2005/8/layout/hierarchy1"/>
    <dgm:cxn modelId="{BD9012E4-DA55-4D1D-A8C7-8DC05CB68FD5}" type="presParOf" srcId="{28014D36-AE6E-4087-B061-4DA7D918C523}" destId="{6528F256-3346-4412-9ABB-93E5831EE92E}" srcOrd="1" destOrd="0" presId="urn:microsoft.com/office/officeart/2005/8/layout/hierarchy1"/>
    <dgm:cxn modelId="{888EE2C3-92DB-4477-9905-1D1900A757E2}" type="presParOf" srcId="{DD4C26D2-4B7C-42DF-B5CE-79C3F5CE138F}" destId="{5B28DDE3-920C-42AF-B6B0-83BECA0D200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59C873E-1B8F-4430-B470-ADE7F1CEE06F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C2CBD4F-0AE7-41B7-9530-9C2110DE8166}">
      <dgm:prSet custT="1"/>
      <dgm:spPr/>
      <dgm:t>
        <a:bodyPr/>
        <a:lstStyle/>
        <a:p>
          <a:r>
            <a:rPr lang="es-CR" sz="2800" noProof="0" dirty="0"/>
            <a:t>Python puede crear, leer, escribir, renombrar, eliminar y mover archivos y carpetas</a:t>
          </a:r>
        </a:p>
      </dgm:t>
    </dgm:pt>
    <dgm:pt modelId="{683CA50F-C6FA-4AD8-A182-107CF1361628}" type="parTrans" cxnId="{E46B65C6-B149-4643-BB31-A252CA1940EC}">
      <dgm:prSet/>
      <dgm:spPr/>
      <dgm:t>
        <a:bodyPr/>
        <a:lstStyle/>
        <a:p>
          <a:endParaRPr lang="en-US"/>
        </a:p>
      </dgm:t>
    </dgm:pt>
    <dgm:pt modelId="{2BEE05DD-E802-4D88-9C06-89D804B2CB32}" type="sibTrans" cxnId="{E46B65C6-B149-4643-BB31-A252CA1940EC}">
      <dgm:prSet/>
      <dgm:spPr/>
      <dgm:t>
        <a:bodyPr/>
        <a:lstStyle/>
        <a:p>
          <a:endParaRPr lang="en-US"/>
        </a:p>
      </dgm:t>
    </dgm:pt>
    <dgm:pt modelId="{AFA9567D-F5E6-4484-86CE-614B07475BBC}" type="pres">
      <dgm:prSet presAssocID="{459C873E-1B8F-4430-B470-ADE7F1CEE06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D4C26D2-4B7C-42DF-B5CE-79C3F5CE138F}" type="pres">
      <dgm:prSet presAssocID="{5C2CBD4F-0AE7-41B7-9530-9C2110DE8166}" presName="hierRoot1" presStyleCnt="0"/>
      <dgm:spPr/>
    </dgm:pt>
    <dgm:pt modelId="{28014D36-AE6E-4087-B061-4DA7D918C523}" type="pres">
      <dgm:prSet presAssocID="{5C2CBD4F-0AE7-41B7-9530-9C2110DE8166}" presName="composite" presStyleCnt="0"/>
      <dgm:spPr/>
    </dgm:pt>
    <dgm:pt modelId="{CDF51137-DD0C-40BC-8127-739ABD8C13FE}" type="pres">
      <dgm:prSet presAssocID="{5C2CBD4F-0AE7-41B7-9530-9C2110DE8166}" presName="background" presStyleLbl="node0" presStyleIdx="0" presStyleCnt="1"/>
      <dgm:spPr/>
    </dgm:pt>
    <dgm:pt modelId="{6528F256-3346-4412-9ABB-93E5831EE92E}" type="pres">
      <dgm:prSet presAssocID="{5C2CBD4F-0AE7-41B7-9530-9C2110DE8166}" presName="text" presStyleLbl="fgAcc0" presStyleIdx="0" presStyleCnt="1">
        <dgm:presLayoutVars>
          <dgm:chPref val="3"/>
        </dgm:presLayoutVars>
      </dgm:prSet>
      <dgm:spPr/>
    </dgm:pt>
    <dgm:pt modelId="{5B28DDE3-920C-42AF-B6B0-83BECA0D200A}" type="pres">
      <dgm:prSet presAssocID="{5C2CBD4F-0AE7-41B7-9530-9C2110DE8166}" presName="hierChild2" presStyleCnt="0"/>
      <dgm:spPr/>
    </dgm:pt>
  </dgm:ptLst>
  <dgm:cxnLst>
    <dgm:cxn modelId="{22893D00-2B0A-40F2-B9AC-0894035BDAF5}" type="presOf" srcId="{5C2CBD4F-0AE7-41B7-9530-9C2110DE8166}" destId="{6528F256-3346-4412-9ABB-93E5831EE92E}" srcOrd="0" destOrd="0" presId="urn:microsoft.com/office/officeart/2005/8/layout/hierarchy1"/>
    <dgm:cxn modelId="{31DE2967-2714-47A9-AB08-51AE24BDEE9C}" type="presOf" srcId="{459C873E-1B8F-4430-B470-ADE7F1CEE06F}" destId="{AFA9567D-F5E6-4484-86CE-614B07475BBC}" srcOrd="0" destOrd="0" presId="urn:microsoft.com/office/officeart/2005/8/layout/hierarchy1"/>
    <dgm:cxn modelId="{E46B65C6-B149-4643-BB31-A252CA1940EC}" srcId="{459C873E-1B8F-4430-B470-ADE7F1CEE06F}" destId="{5C2CBD4F-0AE7-41B7-9530-9C2110DE8166}" srcOrd="0" destOrd="0" parTransId="{683CA50F-C6FA-4AD8-A182-107CF1361628}" sibTransId="{2BEE05DD-E802-4D88-9C06-89D804B2CB32}"/>
    <dgm:cxn modelId="{E6ECBE56-5CA3-4712-B43A-5E9A1522096E}" type="presParOf" srcId="{AFA9567D-F5E6-4484-86CE-614B07475BBC}" destId="{DD4C26D2-4B7C-42DF-B5CE-79C3F5CE138F}" srcOrd="0" destOrd="0" presId="urn:microsoft.com/office/officeart/2005/8/layout/hierarchy1"/>
    <dgm:cxn modelId="{5D51CE49-7D55-4262-ABF4-237D77875066}" type="presParOf" srcId="{DD4C26D2-4B7C-42DF-B5CE-79C3F5CE138F}" destId="{28014D36-AE6E-4087-B061-4DA7D918C523}" srcOrd="0" destOrd="0" presId="urn:microsoft.com/office/officeart/2005/8/layout/hierarchy1"/>
    <dgm:cxn modelId="{EF5628A9-7064-4A69-B62B-88202275154B}" type="presParOf" srcId="{28014D36-AE6E-4087-B061-4DA7D918C523}" destId="{CDF51137-DD0C-40BC-8127-739ABD8C13FE}" srcOrd="0" destOrd="0" presId="urn:microsoft.com/office/officeart/2005/8/layout/hierarchy1"/>
    <dgm:cxn modelId="{BD9012E4-DA55-4D1D-A8C7-8DC05CB68FD5}" type="presParOf" srcId="{28014D36-AE6E-4087-B061-4DA7D918C523}" destId="{6528F256-3346-4412-9ABB-93E5831EE92E}" srcOrd="1" destOrd="0" presId="urn:microsoft.com/office/officeart/2005/8/layout/hierarchy1"/>
    <dgm:cxn modelId="{888EE2C3-92DB-4477-9905-1D1900A757E2}" type="presParOf" srcId="{DD4C26D2-4B7C-42DF-B5CE-79C3F5CE138F}" destId="{5B28DDE3-920C-42AF-B6B0-83BECA0D200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59C873E-1B8F-4430-B470-ADE7F1CEE06F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FA9567D-F5E6-4484-86CE-614B07475BBC}" type="pres">
      <dgm:prSet presAssocID="{459C873E-1B8F-4430-B470-ADE7F1CEE06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</dgm:ptLst>
  <dgm:cxnLst>
    <dgm:cxn modelId="{31DE2967-2714-47A9-AB08-51AE24BDEE9C}" type="presOf" srcId="{459C873E-1B8F-4430-B470-ADE7F1CEE06F}" destId="{AFA9567D-F5E6-4484-86CE-614B07475BBC}" srcOrd="0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59C873E-1B8F-4430-B470-ADE7F1CEE06F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C2CBD4F-0AE7-41B7-9530-9C2110DE8166}">
      <dgm:prSet custT="1"/>
      <dgm:spPr/>
      <dgm:t>
        <a:bodyPr/>
        <a:lstStyle/>
        <a:p>
          <a:r>
            <a:rPr lang="es-CR" sz="2800" noProof="0" dirty="0"/>
            <a:t>La biblioteca os nos permite interactuar con el sistema operativo.</a:t>
          </a:r>
        </a:p>
      </dgm:t>
    </dgm:pt>
    <dgm:pt modelId="{683CA50F-C6FA-4AD8-A182-107CF1361628}" type="parTrans" cxnId="{E46B65C6-B149-4643-BB31-A252CA1940EC}">
      <dgm:prSet/>
      <dgm:spPr/>
      <dgm:t>
        <a:bodyPr/>
        <a:lstStyle/>
        <a:p>
          <a:endParaRPr lang="en-US"/>
        </a:p>
      </dgm:t>
    </dgm:pt>
    <dgm:pt modelId="{2BEE05DD-E802-4D88-9C06-89D804B2CB32}" type="sibTrans" cxnId="{E46B65C6-B149-4643-BB31-A252CA1940EC}">
      <dgm:prSet/>
      <dgm:spPr/>
      <dgm:t>
        <a:bodyPr/>
        <a:lstStyle/>
        <a:p>
          <a:endParaRPr lang="en-US"/>
        </a:p>
      </dgm:t>
    </dgm:pt>
    <dgm:pt modelId="{AFA9567D-F5E6-4484-86CE-614B07475BBC}" type="pres">
      <dgm:prSet presAssocID="{459C873E-1B8F-4430-B470-ADE7F1CEE06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D4C26D2-4B7C-42DF-B5CE-79C3F5CE138F}" type="pres">
      <dgm:prSet presAssocID="{5C2CBD4F-0AE7-41B7-9530-9C2110DE8166}" presName="hierRoot1" presStyleCnt="0"/>
      <dgm:spPr/>
    </dgm:pt>
    <dgm:pt modelId="{28014D36-AE6E-4087-B061-4DA7D918C523}" type="pres">
      <dgm:prSet presAssocID="{5C2CBD4F-0AE7-41B7-9530-9C2110DE8166}" presName="composite" presStyleCnt="0"/>
      <dgm:spPr/>
    </dgm:pt>
    <dgm:pt modelId="{CDF51137-DD0C-40BC-8127-739ABD8C13FE}" type="pres">
      <dgm:prSet presAssocID="{5C2CBD4F-0AE7-41B7-9530-9C2110DE8166}" presName="background" presStyleLbl="node0" presStyleIdx="0" presStyleCnt="1"/>
      <dgm:spPr/>
    </dgm:pt>
    <dgm:pt modelId="{6528F256-3346-4412-9ABB-93E5831EE92E}" type="pres">
      <dgm:prSet presAssocID="{5C2CBD4F-0AE7-41B7-9530-9C2110DE8166}" presName="text" presStyleLbl="fgAcc0" presStyleIdx="0" presStyleCnt="1">
        <dgm:presLayoutVars>
          <dgm:chPref val="3"/>
        </dgm:presLayoutVars>
      </dgm:prSet>
      <dgm:spPr/>
    </dgm:pt>
    <dgm:pt modelId="{5B28DDE3-920C-42AF-B6B0-83BECA0D200A}" type="pres">
      <dgm:prSet presAssocID="{5C2CBD4F-0AE7-41B7-9530-9C2110DE8166}" presName="hierChild2" presStyleCnt="0"/>
      <dgm:spPr/>
    </dgm:pt>
  </dgm:ptLst>
  <dgm:cxnLst>
    <dgm:cxn modelId="{22893D00-2B0A-40F2-B9AC-0894035BDAF5}" type="presOf" srcId="{5C2CBD4F-0AE7-41B7-9530-9C2110DE8166}" destId="{6528F256-3346-4412-9ABB-93E5831EE92E}" srcOrd="0" destOrd="0" presId="urn:microsoft.com/office/officeart/2005/8/layout/hierarchy1"/>
    <dgm:cxn modelId="{31DE2967-2714-47A9-AB08-51AE24BDEE9C}" type="presOf" srcId="{459C873E-1B8F-4430-B470-ADE7F1CEE06F}" destId="{AFA9567D-F5E6-4484-86CE-614B07475BBC}" srcOrd="0" destOrd="0" presId="urn:microsoft.com/office/officeart/2005/8/layout/hierarchy1"/>
    <dgm:cxn modelId="{E46B65C6-B149-4643-BB31-A252CA1940EC}" srcId="{459C873E-1B8F-4430-B470-ADE7F1CEE06F}" destId="{5C2CBD4F-0AE7-41B7-9530-9C2110DE8166}" srcOrd="0" destOrd="0" parTransId="{683CA50F-C6FA-4AD8-A182-107CF1361628}" sibTransId="{2BEE05DD-E802-4D88-9C06-89D804B2CB32}"/>
    <dgm:cxn modelId="{E6ECBE56-5CA3-4712-B43A-5E9A1522096E}" type="presParOf" srcId="{AFA9567D-F5E6-4484-86CE-614B07475BBC}" destId="{DD4C26D2-4B7C-42DF-B5CE-79C3F5CE138F}" srcOrd="0" destOrd="0" presId="urn:microsoft.com/office/officeart/2005/8/layout/hierarchy1"/>
    <dgm:cxn modelId="{5D51CE49-7D55-4262-ABF4-237D77875066}" type="presParOf" srcId="{DD4C26D2-4B7C-42DF-B5CE-79C3F5CE138F}" destId="{28014D36-AE6E-4087-B061-4DA7D918C523}" srcOrd="0" destOrd="0" presId="urn:microsoft.com/office/officeart/2005/8/layout/hierarchy1"/>
    <dgm:cxn modelId="{EF5628A9-7064-4A69-B62B-88202275154B}" type="presParOf" srcId="{28014D36-AE6E-4087-B061-4DA7D918C523}" destId="{CDF51137-DD0C-40BC-8127-739ABD8C13FE}" srcOrd="0" destOrd="0" presId="urn:microsoft.com/office/officeart/2005/8/layout/hierarchy1"/>
    <dgm:cxn modelId="{BD9012E4-DA55-4D1D-A8C7-8DC05CB68FD5}" type="presParOf" srcId="{28014D36-AE6E-4087-B061-4DA7D918C523}" destId="{6528F256-3346-4412-9ABB-93E5831EE92E}" srcOrd="1" destOrd="0" presId="urn:microsoft.com/office/officeart/2005/8/layout/hierarchy1"/>
    <dgm:cxn modelId="{888EE2C3-92DB-4477-9905-1D1900A757E2}" type="presParOf" srcId="{DD4C26D2-4B7C-42DF-B5CE-79C3F5CE138F}" destId="{5B28DDE3-920C-42AF-B6B0-83BECA0D200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59C873E-1B8F-4430-B470-ADE7F1CEE06F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C2CBD4F-0AE7-41B7-9530-9C2110DE8166}">
      <dgm:prSet custT="1"/>
      <dgm:spPr/>
      <dgm:t>
        <a:bodyPr/>
        <a:lstStyle/>
        <a:p>
          <a:r>
            <a:rPr lang="es-CR" sz="2800" noProof="0" dirty="0"/>
            <a:t>Pandas puede generar archivos automáticamente.</a:t>
          </a:r>
        </a:p>
      </dgm:t>
    </dgm:pt>
    <dgm:pt modelId="{683CA50F-C6FA-4AD8-A182-107CF1361628}" type="parTrans" cxnId="{E46B65C6-B149-4643-BB31-A252CA1940EC}">
      <dgm:prSet/>
      <dgm:spPr/>
      <dgm:t>
        <a:bodyPr/>
        <a:lstStyle/>
        <a:p>
          <a:endParaRPr lang="en-US"/>
        </a:p>
      </dgm:t>
    </dgm:pt>
    <dgm:pt modelId="{2BEE05DD-E802-4D88-9C06-89D804B2CB32}" type="sibTrans" cxnId="{E46B65C6-B149-4643-BB31-A252CA1940EC}">
      <dgm:prSet/>
      <dgm:spPr/>
      <dgm:t>
        <a:bodyPr/>
        <a:lstStyle/>
        <a:p>
          <a:endParaRPr lang="en-US"/>
        </a:p>
      </dgm:t>
    </dgm:pt>
    <dgm:pt modelId="{AFA9567D-F5E6-4484-86CE-614B07475BBC}" type="pres">
      <dgm:prSet presAssocID="{459C873E-1B8F-4430-B470-ADE7F1CEE06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D4C26D2-4B7C-42DF-B5CE-79C3F5CE138F}" type="pres">
      <dgm:prSet presAssocID="{5C2CBD4F-0AE7-41B7-9530-9C2110DE8166}" presName="hierRoot1" presStyleCnt="0"/>
      <dgm:spPr/>
    </dgm:pt>
    <dgm:pt modelId="{28014D36-AE6E-4087-B061-4DA7D918C523}" type="pres">
      <dgm:prSet presAssocID="{5C2CBD4F-0AE7-41B7-9530-9C2110DE8166}" presName="composite" presStyleCnt="0"/>
      <dgm:spPr/>
    </dgm:pt>
    <dgm:pt modelId="{CDF51137-DD0C-40BC-8127-739ABD8C13FE}" type="pres">
      <dgm:prSet presAssocID="{5C2CBD4F-0AE7-41B7-9530-9C2110DE8166}" presName="background" presStyleLbl="node0" presStyleIdx="0" presStyleCnt="1"/>
      <dgm:spPr/>
    </dgm:pt>
    <dgm:pt modelId="{6528F256-3346-4412-9ABB-93E5831EE92E}" type="pres">
      <dgm:prSet presAssocID="{5C2CBD4F-0AE7-41B7-9530-9C2110DE8166}" presName="text" presStyleLbl="fgAcc0" presStyleIdx="0" presStyleCnt="1">
        <dgm:presLayoutVars>
          <dgm:chPref val="3"/>
        </dgm:presLayoutVars>
      </dgm:prSet>
      <dgm:spPr/>
    </dgm:pt>
    <dgm:pt modelId="{5B28DDE3-920C-42AF-B6B0-83BECA0D200A}" type="pres">
      <dgm:prSet presAssocID="{5C2CBD4F-0AE7-41B7-9530-9C2110DE8166}" presName="hierChild2" presStyleCnt="0"/>
      <dgm:spPr/>
    </dgm:pt>
  </dgm:ptLst>
  <dgm:cxnLst>
    <dgm:cxn modelId="{22893D00-2B0A-40F2-B9AC-0894035BDAF5}" type="presOf" srcId="{5C2CBD4F-0AE7-41B7-9530-9C2110DE8166}" destId="{6528F256-3346-4412-9ABB-93E5831EE92E}" srcOrd="0" destOrd="0" presId="urn:microsoft.com/office/officeart/2005/8/layout/hierarchy1"/>
    <dgm:cxn modelId="{31DE2967-2714-47A9-AB08-51AE24BDEE9C}" type="presOf" srcId="{459C873E-1B8F-4430-B470-ADE7F1CEE06F}" destId="{AFA9567D-F5E6-4484-86CE-614B07475BBC}" srcOrd="0" destOrd="0" presId="urn:microsoft.com/office/officeart/2005/8/layout/hierarchy1"/>
    <dgm:cxn modelId="{E46B65C6-B149-4643-BB31-A252CA1940EC}" srcId="{459C873E-1B8F-4430-B470-ADE7F1CEE06F}" destId="{5C2CBD4F-0AE7-41B7-9530-9C2110DE8166}" srcOrd="0" destOrd="0" parTransId="{683CA50F-C6FA-4AD8-A182-107CF1361628}" sibTransId="{2BEE05DD-E802-4D88-9C06-89D804B2CB32}"/>
    <dgm:cxn modelId="{E6ECBE56-5CA3-4712-B43A-5E9A1522096E}" type="presParOf" srcId="{AFA9567D-F5E6-4484-86CE-614B07475BBC}" destId="{DD4C26D2-4B7C-42DF-B5CE-79C3F5CE138F}" srcOrd="0" destOrd="0" presId="urn:microsoft.com/office/officeart/2005/8/layout/hierarchy1"/>
    <dgm:cxn modelId="{5D51CE49-7D55-4262-ABF4-237D77875066}" type="presParOf" srcId="{DD4C26D2-4B7C-42DF-B5CE-79C3F5CE138F}" destId="{28014D36-AE6E-4087-B061-4DA7D918C523}" srcOrd="0" destOrd="0" presId="urn:microsoft.com/office/officeart/2005/8/layout/hierarchy1"/>
    <dgm:cxn modelId="{EF5628A9-7064-4A69-B62B-88202275154B}" type="presParOf" srcId="{28014D36-AE6E-4087-B061-4DA7D918C523}" destId="{CDF51137-DD0C-40BC-8127-739ABD8C13FE}" srcOrd="0" destOrd="0" presId="urn:microsoft.com/office/officeart/2005/8/layout/hierarchy1"/>
    <dgm:cxn modelId="{BD9012E4-DA55-4D1D-A8C7-8DC05CB68FD5}" type="presParOf" srcId="{28014D36-AE6E-4087-B061-4DA7D918C523}" destId="{6528F256-3346-4412-9ABB-93E5831EE92E}" srcOrd="1" destOrd="0" presId="urn:microsoft.com/office/officeart/2005/8/layout/hierarchy1"/>
    <dgm:cxn modelId="{888EE2C3-92DB-4477-9905-1D1900A757E2}" type="presParOf" srcId="{DD4C26D2-4B7C-42DF-B5CE-79C3F5CE138F}" destId="{5B28DDE3-920C-42AF-B6B0-83BECA0D200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630AB0-74BB-4FCD-9B6F-B28D2EF4E542}">
      <dsp:nvSpPr>
        <dsp:cNvPr id="0" name=""/>
        <dsp:cNvSpPr/>
      </dsp:nvSpPr>
      <dsp:spPr>
        <a:xfrm>
          <a:off x="470505" y="914"/>
          <a:ext cx="3907452" cy="24812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F399F6-D8C8-4707-B59D-A3CA797001B8}">
      <dsp:nvSpPr>
        <dsp:cNvPr id="0" name=""/>
        <dsp:cNvSpPr/>
      </dsp:nvSpPr>
      <dsp:spPr>
        <a:xfrm>
          <a:off x="904666" y="413367"/>
          <a:ext cx="3907452" cy="24812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b="1" kern="1200" noProof="0" dirty="0"/>
            <a:t>Automatizar</a:t>
          </a:r>
          <a:r>
            <a:rPr lang="es-CR" sz="2400" kern="1200" noProof="0" dirty="0"/>
            <a:t> es utilizar un programa para realizar una tarea de manera automática, reduciendo o eliminando la intervención humana.</a:t>
          </a:r>
        </a:p>
      </dsp:txBody>
      <dsp:txXfrm>
        <a:off x="977339" y="486040"/>
        <a:ext cx="3762106" cy="2335886"/>
      </dsp:txXfrm>
    </dsp:sp>
    <dsp:sp modelId="{61113E2C-81CD-453E-9AC3-9837629B40FF}">
      <dsp:nvSpPr>
        <dsp:cNvPr id="0" name=""/>
        <dsp:cNvSpPr/>
      </dsp:nvSpPr>
      <dsp:spPr>
        <a:xfrm>
          <a:off x="5246280" y="914"/>
          <a:ext cx="3907452" cy="24812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F12523-2492-4AF5-8FED-79994B358DCC}">
      <dsp:nvSpPr>
        <dsp:cNvPr id="0" name=""/>
        <dsp:cNvSpPr/>
      </dsp:nvSpPr>
      <dsp:spPr>
        <a:xfrm>
          <a:off x="5680442" y="413367"/>
          <a:ext cx="3907452" cy="24812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300" b="1" kern="1200" noProof="0" dirty="0"/>
            <a:t>Ejemplos:
</a:t>
          </a:r>
          <a:r>
            <a:rPr lang="es-CR" sz="2300" b="0" kern="1200" noProof="0" dirty="0"/>
            <a:t>Procesar archivos
Generar reportes
Organizar información
Consultar servicios externos</a:t>
          </a:r>
        </a:p>
      </dsp:txBody>
      <dsp:txXfrm>
        <a:off x="5753115" y="486040"/>
        <a:ext cx="3762106" cy="23358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F51137-DD0C-40BC-8127-739ABD8C13FE}">
      <dsp:nvSpPr>
        <dsp:cNvPr id="0" name=""/>
        <dsp:cNvSpPr/>
      </dsp:nvSpPr>
      <dsp:spPr>
        <a:xfrm>
          <a:off x="0" y="227110"/>
          <a:ext cx="4499133" cy="28569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28F256-3346-4412-9ABB-93E5831EE92E}">
      <dsp:nvSpPr>
        <dsp:cNvPr id="0" name=""/>
        <dsp:cNvSpPr/>
      </dsp:nvSpPr>
      <dsp:spPr>
        <a:xfrm>
          <a:off x="499903" y="702019"/>
          <a:ext cx="4499133" cy="28569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kern="1200" noProof="0" dirty="0"/>
            <a:t>Ahorrar tiempo</a:t>
          </a:r>
          <a:br>
            <a:rPr lang="es-CR" sz="2400" kern="1200" noProof="0" dirty="0"/>
          </a:br>
          <a:r>
            <a:rPr lang="es-CR" sz="2400" kern="1200" noProof="0" dirty="0"/>
            <a:t>Evitar tareas repetitivas</a:t>
          </a:r>
          <a:br>
            <a:rPr lang="es-CR" sz="2400" kern="1200" noProof="0" dirty="0"/>
          </a:br>
          <a:r>
            <a:rPr lang="es-CR" sz="2400" kern="1200" noProof="0" dirty="0"/>
            <a:t>Reducir errores humanos</a:t>
          </a:r>
          <a:br>
            <a:rPr lang="es-CR" sz="2400" kern="1200" noProof="0" dirty="0"/>
          </a:br>
          <a:r>
            <a:rPr lang="es-CR" sz="2400" kern="1200" noProof="0" dirty="0"/>
            <a:t>Procesar muchos archivos</a:t>
          </a:r>
          <a:br>
            <a:rPr lang="es-CR" sz="2400" kern="1200" noProof="0" dirty="0"/>
          </a:br>
          <a:r>
            <a:rPr lang="es-CR" sz="2400" kern="1200" noProof="0" dirty="0"/>
            <a:t>Generar reportes</a:t>
          </a:r>
          <a:br>
            <a:rPr lang="es-CR" sz="2400" kern="1200" noProof="0" dirty="0"/>
          </a:br>
          <a:r>
            <a:rPr lang="es-CR" sz="2400" kern="1200" noProof="0" dirty="0"/>
            <a:t>Conectar diferentes sistemas</a:t>
          </a:r>
        </a:p>
      </dsp:txBody>
      <dsp:txXfrm>
        <a:off x="583580" y="785696"/>
        <a:ext cx="4331779" cy="268959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F51137-DD0C-40BC-8127-739ABD8C13FE}">
      <dsp:nvSpPr>
        <dsp:cNvPr id="0" name=""/>
        <dsp:cNvSpPr/>
      </dsp:nvSpPr>
      <dsp:spPr>
        <a:xfrm>
          <a:off x="0" y="227110"/>
          <a:ext cx="4499133" cy="28569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28F256-3346-4412-9ABB-93E5831EE92E}">
      <dsp:nvSpPr>
        <dsp:cNvPr id="0" name=""/>
        <dsp:cNvSpPr/>
      </dsp:nvSpPr>
      <dsp:spPr>
        <a:xfrm>
          <a:off x="499903" y="702019"/>
          <a:ext cx="4499133" cy="28569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800" kern="1200" noProof="0" dirty="0"/>
            <a:t>Python puede crear, leer, escribir, renombrar, eliminar y mover archivos y carpetas</a:t>
          </a:r>
        </a:p>
      </dsp:txBody>
      <dsp:txXfrm>
        <a:off x="583580" y="785696"/>
        <a:ext cx="4331779" cy="268959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F51137-DD0C-40BC-8127-739ABD8C13FE}">
      <dsp:nvSpPr>
        <dsp:cNvPr id="0" name=""/>
        <dsp:cNvSpPr/>
      </dsp:nvSpPr>
      <dsp:spPr>
        <a:xfrm>
          <a:off x="0" y="227110"/>
          <a:ext cx="4499133" cy="28569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28F256-3346-4412-9ABB-93E5831EE92E}">
      <dsp:nvSpPr>
        <dsp:cNvPr id="0" name=""/>
        <dsp:cNvSpPr/>
      </dsp:nvSpPr>
      <dsp:spPr>
        <a:xfrm>
          <a:off x="499903" y="702019"/>
          <a:ext cx="4499133" cy="28569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800" kern="1200" noProof="0" dirty="0"/>
            <a:t>La biblioteca os nos permite interactuar con el sistema operativo.</a:t>
          </a:r>
        </a:p>
      </dsp:txBody>
      <dsp:txXfrm>
        <a:off x="583580" y="785696"/>
        <a:ext cx="4331779" cy="268959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F51137-DD0C-40BC-8127-739ABD8C13FE}">
      <dsp:nvSpPr>
        <dsp:cNvPr id="0" name=""/>
        <dsp:cNvSpPr/>
      </dsp:nvSpPr>
      <dsp:spPr>
        <a:xfrm>
          <a:off x="0" y="227110"/>
          <a:ext cx="4499133" cy="28569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28F256-3346-4412-9ABB-93E5831EE92E}">
      <dsp:nvSpPr>
        <dsp:cNvPr id="0" name=""/>
        <dsp:cNvSpPr/>
      </dsp:nvSpPr>
      <dsp:spPr>
        <a:xfrm>
          <a:off x="499903" y="702019"/>
          <a:ext cx="4499133" cy="28569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800" kern="1200" noProof="0" dirty="0"/>
            <a:t>Pandas puede generar archivos automáticamente.</a:t>
          </a:r>
        </a:p>
      </dsp:txBody>
      <dsp:txXfrm>
        <a:off x="583580" y="785696"/>
        <a:ext cx="4331779" cy="26895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D73BB4-624C-4056-8D37-621F995BF4BB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39530-64A9-4925-8D5E-E0CCBAA792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663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026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709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2880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240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429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935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353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1ECB181-E4EF-43AF-A2BE-59DB96048CA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741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551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737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B181-E4EF-43AF-A2BE-59DB96048CA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956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1ECB181-E4EF-43AF-A2BE-59DB96048CA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0E48644-95AD-462F-A552-547B008B9549}" type="slidenum">
              <a:rPr lang="en-US" smtClean="0"/>
              <a:t>‹Nº›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7936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3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Layout" Target="../diagrams/layout4.xml"/><Relationship Id="rId7" Type="http://schemas.openxmlformats.org/officeDocument/2006/relationships/image" Target="../media/image4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6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11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FDC1A-6045-17E2-6EDD-50C40FEC50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just"/>
            <a:r>
              <a:rPr lang="es-ES" dirty="0"/>
              <a:t>Introducción a la automatización I</a:t>
            </a:r>
            <a:endParaRPr lang="es-CR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9D2767-C243-3E7C-4D5B-39E139A139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R" noProof="0" dirty="0"/>
              <a:t>Bach. Daniel Pérez Morera</a:t>
            </a:r>
          </a:p>
        </p:txBody>
      </p:sp>
    </p:spTree>
    <p:extLst>
      <p:ext uri="{BB962C8B-B14F-4D97-AF65-F5344CB8AC3E}">
        <p14:creationId xmlns:p14="http://schemas.microsoft.com/office/powerpoint/2010/main" val="1807559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98DB1-9D18-44EB-3FAD-115B8F760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s-CR" dirty="0"/>
              <a:t>¿Qué es automatización?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D9AF9844-44B7-FB1C-EEB5-4DAEC1DC78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3882376"/>
              </p:ext>
            </p:extLst>
          </p:nvPr>
        </p:nvGraphicFramePr>
        <p:xfrm>
          <a:off x="1096963" y="2098516"/>
          <a:ext cx="10058400" cy="28955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37CA8570-4365-D93F-AD02-38054CEBB1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6963" y="5164460"/>
            <a:ext cx="10058400" cy="903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970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C1DCC5-DDCE-32EF-9E6B-4DA472B9E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090AE-BA8A-92B0-9079-B9A3E5983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s-CR" noProof="0" dirty="0"/>
              <a:t>¿Para qué sirve la automatización?</a:t>
            </a:r>
            <a:endParaRPr lang="es-CR" b="1" noProof="0" dirty="0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061C446A-50EA-1E13-30F0-CC4640C5B1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3476939"/>
              </p:ext>
            </p:extLst>
          </p:nvPr>
        </p:nvGraphicFramePr>
        <p:xfrm>
          <a:off x="1096963" y="2051218"/>
          <a:ext cx="4999037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58217235-0F49-27E1-049B-31787C6D01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2236715"/>
            <a:ext cx="5883821" cy="3415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019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431378-C25B-A580-8B70-009A420E2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D6C19-8E53-303B-3BF0-227181EAF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s-CR" dirty="0"/>
              <a:t>Trabajar con archivos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0B565EC3-6CBF-490C-7CE5-445B7B9CF8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6162341"/>
              </p:ext>
            </p:extLst>
          </p:nvPr>
        </p:nvGraphicFramePr>
        <p:xfrm>
          <a:off x="1096963" y="2098515"/>
          <a:ext cx="4999037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B87EF984-3BFE-4C1F-4474-A13B799560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7643" y="3359273"/>
            <a:ext cx="5487043" cy="126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35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16E9DC-7D94-93B6-F06E-63DA3096C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C3C71-554D-D0E8-B801-B2CFC7E4D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s-CR" dirty="0"/>
              <a:t>Crear un archivo con Python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040D2184-693A-5BD1-0139-89D7BBBBED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7251901"/>
              </p:ext>
            </p:extLst>
          </p:nvPr>
        </p:nvGraphicFramePr>
        <p:xfrm>
          <a:off x="1096963" y="2098515"/>
          <a:ext cx="4999037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0EC62EFB-EF06-D706-F191-7D00BB77AF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8835" y="2927267"/>
            <a:ext cx="4775292" cy="212857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29ADBE0-D121-2E56-168C-A7869C5954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3107956"/>
            <a:ext cx="5777966" cy="1767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248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ACACBB-D9F6-8109-64E6-6E311E4DB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D80F3-94DA-5929-9480-BDC132C35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s-CR" dirty="0"/>
              <a:t>Modos de apertura</a:t>
            </a:r>
          </a:p>
        </p:txBody>
      </p: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0F9FF777-AC07-380C-38EE-7201B788AD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6669986"/>
              </p:ext>
            </p:extLst>
          </p:nvPr>
        </p:nvGraphicFramePr>
        <p:xfrm>
          <a:off x="2566956" y="2188169"/>
          <a:ext cx="7058087" cy="31987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5971">
                  <a:extLst>
                    <a:ext uri="{9D8B030D-6E8A-4147-A177-3AD203B41FA5}">
                      <a16:colId xmlns:a16="http://schemas.microsoft.com/office/drawing/2014/main" val="3908517925"/>
                    </a:ext>
                  </a:extLst>
                </a:gridCol>
                <a:gridCol w="5492116">
                  <a:extLst>
                    <a:ext uri="{9D8B030D-6E8A-4147-A177-3AD203B41FA5}">
                      <a16:colId xmlns:a16="http://schemas.microsoft.com/office/drawing/2014/main" val="2472338496"/>
                    </a:ext>
                  </a:extLst>
                </a:gridCol>
              </a:tblGrid>
              <a:tr h="515128">
                <a:tc>
                  <a:txBody>
                    <a:bodyPr/>
                    <a:lstStyle/>
                    <a:p>
                      <a:r>
                        <a:rPr lang="es-CR" sz="2000" noProof="0" dirty="0"/>
                        <a:t>Modo</a:t>
                      </a:r>
                    </a:p>
                  </a:txBody>
                  <a:tcPr marL="158041" marR="158041" marT="79020" marB="790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R" sz="2000" b="1" kern="1200" noProof="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Significado</a:t>
                      </a:r>
                    </a:p>
                  </a:txBody>
                  <a:tcPr marL="158041" marR="158041" marT="79020" marB="79020"/>
                </a:tc>
                <a:extLst>
                  <a:ext uri="{0D108BD9-81ED-4DB2-BD59-A6C34878D82A}">
                    <a16:rowId xmlns:a16="http://schemas.microsoft.com/office/drawing/2014/main" val="2176040431"/>
                  </a:ext>
                </a:extLst>
              </a:tr>
              <a:tr h="515128">
                <a:tc>
                  <a:txBody>
                    <a:bodyPr/>
                    <a:lstStyle/>
                    <a:p>
                      <a:r>
                        <a:rPr lang="es-CR" sz="2000" noProof="0" dirty="0"/>
                        <a:t>r</a:t>
                      </a:r>
                    </a:p>
                  </a:txBody>
                  <a:tcPr marL="158041" marR="158041" marT="79020" marB="790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R" sz="2000" b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Solo lectura</a:t>
                      </a:r>
                    </a:p>
                  </a:txBody>
                  <a:tcPr marL="158041" marR="158041" marT="79020" marB="79020"/>
                </a:tc>
                <a:extLst>
                  <a:ext uri="{0D108BD9-81ED-4DB2-BD59-A6C34878D82A}">
                    <a16:rowId xmlns:a16="http://schemas.microsoft.com/office/drawing/2014/main" val="1310935982"/>
                  </a:ext>
                </a:extLst>
              </a:tr>
              <a:tr h="799020">
                <a:tc>
                  <a:txBody>
                    <a:bodyPr/>
                    <a:lstStyle/>
                    <a:p>
                      <a:r>
                        <a:rPr lang="es-CR" sz="2000" noProof="0" dirty="0"/>
                        <a:t>w</a:t>
                      </a:r>
                    </a:p>
                  </a:txBody>
                  <a:tcPr marL="158041" marR="158041" marT="79020" marB="790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R" sz="2000" b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Solo escritura, borrando los contenidos previos</a:t>
                      </a:r>
                    </a:p>
                  </a:txBody>
                  <a:tcPr marL="158041" marR="158041" marT="79020" marB="79020"/>
                </a:tc>
                <a:extLst>
                  <a:ext uri="{0D108BD9-81ED-4DB2-BD59-A6C34878D82A}">
                    <a16:rowId xmlns:a16="http://schemas.microsoft.com/office/drawing/2014/main" val="61381167"/>
                  </a:ext>
                </a:extLst>
              </a:tr>
              <a:tr h="854362">
                <a:tc>
                  <a:txBody>
                    <a:bodyPr/>
                    <a:lstStyle/>
                    <a:p>
                      <a:r>
                        <a:rPr lang="es-CR" sz="2000" noProof="0" dirty="0"/>
                        <a:t>a</a:t>
                      </a:r>
                    </a:p>
                  </a:txBody>
                  <a:tcPr marL="158041" marR="158041" marT="79020" marB="790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R" sz="2000" b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Solo escritura, empezando a escribir al final del archivo</a:t>
                      </a:r>
                    </a:p>
                  </a:txBody>
                  <a:tcPr marL="158041" marR="158041" marT="79020" marB="79020"/>
                </a:tc>
                <a:extLst>
                  <a:ext uri="{0D108BD9-81ED-4DB2-BD59-A6C34878D82A}">
                    <a16:rowId xmlns:a16="http://schemas.microsoft.com/office/drawing/2014/main" val="194332690"/>
                  </a:ext>
                </a:extLst>
              </a:tr>
              <a:tr h="515128">
                <a:tc>
                  <a:txBody>
                    <a:bodyPr/>
                    <a:lstStyle/>
                    <a:p>
                      <a:r>
                        <a:rPr lang="es-CR" sz="2000" noProof="0" dirty="0"/>
                        <a:t>r+</a:t>
                      </a:r>
                    </a:p>
                  </a:txBody>
                  <a:tcPr marL="158041" marR="158041" marT="79020" marB="790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R" sz="2000" b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Lectura y escritura</a:t>
                      </a:r>
                    </a:p>
                  </a:txBody>
                  <a:tcPr marL="158041" marR="158041" marT="79020" marB="79020"/>
                </a:tc>
                <a:extLst>
                  <a:ext uri="{0D108BD9-81ED-4DB2-BD59-A6C34878D82A}">
                    <a16:rowId xmlns:a16="http://schemas.microsoft.com/office/drawing/2014/main" val="22410174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5587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A07EDB-2869-F723-E357-B590C012F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1BB50-6B57-9BAB-FBF5-C9900B561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s-CR" dirty="0"/>
              <a:t>Crear carpetas con Python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FE7EFBF3-A9F8-FC8D-A44C-25CBDF8912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6167408"/>
              </p:ext>
            </p:extLst>
          </p:nvPr>
        </p:nvGraphicFramePr>
        <p:xfrm>
          <a:off x="1096963" y="2098515"/>
          <a:ext cx="4999037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A98F11C0-8730-0B97-3A5E-0F8AE17F7C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0024" y="2827183"/>
            <a:ext cx="5561178" cy="2328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031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D07E9B-239B-74E8-55C9-0B7694106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noProof="0" dirty="0"/>
              <a:t>Trabajar con carpetas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418F453-D134-9C6E-A80E-9BEC6D1920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R" noProof="0" dirty="0"/>
              <a:t>Obtener Directorio actual</a:t>
            </a: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1875D52A-23ED-1414-2DCB-0690232684D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96963" y="3338501"/>
            <a:ext cx="4938712" cy="1774849"/>
          </a:xfrm>
          <a:prstGeom prst="rect">
            <a:avLst/>
          </a:prstGeom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B0509C2-5C2C-8219-6E93-50E95C653F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CR" noProof="0" dirty="0"/>
              <a:t>Obtener archivos</a:t>
            </a:r>
          </a:p>
        </p:txBody>
      </p:sp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073C07E4-3932-B7A1-A83D-6C99904D1AAC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218238" y="3192215"/>
            <a:ext cx="4937125" cy="2067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84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8801E-FE13-0FC4-8080-4A3E344D1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50F499-7188-272E-3166-246F1BE04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noProof="0" dirty="0"/>
              <a:t>Trabajar con carpetas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47290C2-95DE-7135-4B2A-2A2A94FB0C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R" noProof="0" dirty="0"/>
              <a:t>Renombrar archivos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0DD9042-44FC-C381-0865-7E6A5FB5C3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CR" noProof="0" dirty="0"/>
              <a:t>eliminar archivos</a:t>
            </a:r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AB40D3BE-6B4B-11BC-C8B0-C2F1FF596B3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96963" y="2906363"/>
            <a:ext cx="4938712" cy="2639124"/>
          </a:xfrm>
          <a:prstGeom prst="rect">
            <a:avLst/>
          </a:prstGeom>
        </p:spPr>
      </p:pic>
      <p:pic>
        <p:nvPicPr>
          <p:cNvPr id="16" name="Marcador de contenido 15">
            <a:extLst>
              <a:ext uri="{FF2B5EF4-FFF2-40B4-BE49-F238E27FC236}">
                <a16:creationId xmlns:a16="http://schemas.microsoft.com/office/drawing/2014/main" id="{2DE01597-5355-2C28-4749-98E202DDE02C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218238" y="3624213"/>
            <a:ext cx="4937125" cy="120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348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B97658-9BFC-FFD5-96C9-CE8BC12B2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59A90-0722-CD6C-6269-D086B2416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s-CR" dirty="0"/>
              <a:t>Crear archivos con Pandas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E369BB3B-D4F0-CA4D-D312-B81C27CA4A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7848201"/>
              </p:ext>
            </p:extLst>
          </p:nvPr>
        </p:nvGraphicFramePr>
        <p:xfrm>
          <a:off x="1096963" y="2098515"/>
          <a:ext cx="4999037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Imagen 6">
            <a:extLst>
              <a:ext uri="{FF2B5EF4-FFF2-40B4-BE49-F238E27FC236}">
                <a16:creationId xmlns:a16="http://schemas.microsoft.com/office/drawing/2014/main" id="{4DCFC386-8EB0-5D35-C7DE-EF4534AB57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87" y="1821759"/>
            <a:ext cx="4706427" cy="4339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770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CEF12A-D9F9-DCF6-FAAC-C5DDBBCD5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Crear archivos con Pandas</a:t>
            </a:r>
            <a:endParaRPr lang="en-U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3D61581-6297-AE8D-E068-3E1DE87961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CSV</a:t>
            </a: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99088925-0481-442B-F456-37FF4293E1E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96963" y="3052981"/>
            <a:ext cx="4938712" cy="2345888"/>
          </a:xfrm>
          <a:prstGeom prst="rect">
            <a:avLst/>
          </a:prstGeom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AA1B4E7-B464-2039-EB56-ABCE9B8AD3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json</a:t>
            </a:r>
            <a:endParaRPr lang="en-US" dirty="0"/>
          </a:p>
        </p:txBody>
      </p:sp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D86A2A6F-D4F6-A3FA-3978-F49F5E07AD0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218238" y="3053358"/>
            <a:ext cx="4937125" cy="2345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973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E17E8-EF35-FB7B-FD58-C47EEBE23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886" y="263528"/>
            <a:ext cx="10398467" cy="1450757"/>
          </a:xfrm>
        </p:spPr>
        <p:txBody>
          <a:bodyPr>
            <a:normAutofit/>
          </a:bodyPr>
          <a:lstStyle/>
          <a:p>
            <a:pPr algn="ctr"/>
            <a:r>
              <a:rPr lang="es-CR" sz="4000" b="1" noProof="0" dirty="0"/>
              <a:t>Actividad 5: </a:t>
            </a:r>
            <a:r>
              <a:rPr lang="es-ES" sz="4000" noProof="0" dirty="0"/>
              <a:t>Automatización de archivos con Pandas</a:t>
            </a:r>
            <a:endParaRPr lang="es-CR" sz="40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4FB23-DAA6-14D7-0050-88F3EA357E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27601" cy="4023359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s-ES" sz="1600" b="1" dirty="0"/>
              <a:t>Problema: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s-ES" sz="1600" dirty="0"/>
              <a:t>Una pequeña tienda necesita mejorar la forma en que administra la información de sus productos. 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s-ES" sz="1600" dirty="0"/>
              <a:t>Actualmente, la información se encuentra almacenada manualmente y la persona encargada necesita generar archivos digitales que puedan ser utilizados posteriormente por otros sistemas.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s-ES" sz="1600" dirty="0"/>
              <a:t>La tienda desea contar con un programa en Python que permita generar y almacenar automáticamente la información de sus productos en diferentes formatos.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s-ES" sz="1600" dirty="0"/>
              <a:t>El programa debe trabajar con información como:</a:t>
            </a: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es-ES" sz="1600" dirty="0"/>
              <a:t>Nombre del producto</a:t>
            </a: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es-ES" sz="1600" dirty="0"/>
              <a:t>Categoría</a:t>
            </a: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es-ES" sz="1600" dirty="0"/>
              <a:t>Precio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4687C0E-691B-B645-B7C4-6B3824BDED19}"/>
              </a:ext>
            </a:extLst>
          </p:cNvPr>
          <p:cNvSpPr txBox="1">
            <a:spLocks/>
          </p:cNvSpPr>
          <p:nvPr/>
        </p:nvSpPr>
        <p:spPr>
          <a:xfrm>
            <a:off x="6167120" y="1845733"/>
            <a:ext cx="4927601" cy="4023359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es-ES" sz="1600" dirty="0"/>
              <a:t>Cantidad disponible</a:t>
            </a: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es-ES" sz="1600" dirty="0"/>
              <a:t>Algún otro dato que considere relevante</a:t>
            </a:r>
          </a:p>
          <a:p>
            <a:pPr marL="0" lvl="1" indent="0">
              <a:spcBef>
                <a:spcPts val="1200"/>
              </a:spcBef>
              <a:spcAft>
                <a:spcPts val="200"/>
              </a:spcAft>
              <a:buSzPct val="100000"/>
              <a:buNone/>
            </a:pPr>
            <a:r>
              <a:rPr lang="es-ES" sz="1600" dirty="0"/>
              <a:t>La información debe contener al menos 10 productos diferentes. </a:t>
            </a:r>
          </a:p>
          <a:p>
            <a:pPr marL="0" lvl="1" indent="0">
              <a:spcBef>
                <a:spcPts val="1200"/>
              </a:spcBef>
              <a:spcAft>
                <a:spcPts val="200"/>
              </a:spcAft>
              <a:buSzPct val="100000"/>
              <a:buNone/>
            </a:pPr>
            <a:r>
              <a:rPr lang="es-ES" sz="1600" dirty="0"/>
              <a:t>Requerimientos:</a:t>
            </a:r>
          </a:p>
          <a:p>
            <a:pPr marL="0" lvl="1" indent="0">
              <a:spcBef>
                <a:spcPts val="1200"/>
              </a:spcBef>
              <a:spcAft>
                <a:spcPts val="200"/>
              </a:spcAft>
              <a:buSzPct val="100000"/>
              <a:buNone/>
            </a:pPr>
            <a:r>
              <a:rPr lang="es-ES" sz="1600" dirty="0"/>
              <a:t>El programa debe:</a:t>
            </a:r>
          </a:p>
          <a:p>
            <a:pPr marL="342900" lvl="1" indent="-342900">
              <a:spcBef>
                <a:spcPts val="1200"/>
              </a:spcBef>
              <a:spcAft>
                <a:spcPts val="200"/>
              </a:spcAft>
              <a:buSzPct val="100000"/>
            </a:pPr>
            <a:r>
              <a:rPr lang="es-ES" sz="1600" dirty="0"/>
              <a:t>Utilizar Pandas para manejar la información.</a:t>
            </a:r>
          </a:p>
          <a:p>
            <a:pPr marL="342900" lvl="1" indent="-342900">
              <a:spcBef>
                <a:spcPts val="1200"/>
              </a:spcBef>
              <a:spcAft>
                <a:spcPts val="200"/>
              </a:spcAft>
              <a:buSzPct val="100000"/>
            </a:pPr>
            <a:r>
              <a:rPr lang="es-ES" sz="1600" dirty="0"/>
              <a:t>Generar un archivo CSV con la información de los productos.</a:t>
            </a:r>
          </a:p>
          <a:p>
            <a:pPr marL="342900" lvl="1" indent="-342900">
              <a:spcBef>
                <a:spcPts val="1200"/>
              </a:spcBef>
              <a:spcAft>
                <a:spcPts val="200"/>
              </a:spcAft>
              <a:buSzPct val="100000"/>
            </a:pPr>
            <a:r>
              <a:rPr lang="es-ES" sz="1600" dirty="0"/>
              <a:t>Generar un archivo JSON con la misma información.</a:t>
            </a:r>
          </a:p>
          <a:p>
            <a:pPr marL="0" lvl="1" indent="0">
              <a:spcBef>
                <a:spcPts val="1200"/>
              </a:spcBef>
              <a:spcAft>
                <a:spcPts val="200"/>
              </a:spcAft>
              <a:buSzPct val="100000"/>
              <a:buNone/>
            </a:pPr>
            <a:r>
              <a:rPr lang="es-ES" sz="1600" dirty="0"/>
              <a:t>El estudiante debe decidir qué información incluir, cómo organizarla y qué información adicional resulta útil para la tienda.</a:t>
            </a:r>
            <a:endParaRPr lang="es-CR" sz="1600" dirty="0"/>
          </a:p>
        </p:txBody>
      </p:sp>
    </p:spTree>
    <p:extLst>
      <p:ext uri="{BB962C8B-B14F-4D97-AF65-F5344CB8AC3E}">
        <p14:creationId xmlns:p14="http://schemas.microsoft.com/office/powerpoint/2010/main" val="110003299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1958</TotalTime>
  <Words>339</Words>
  <Application>Microsoft Office PowerPoint</Application>
  <PresentationFormat>Panorámica</PresentationFormat>
  <Paragraphs>52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Aptos</vt:lpstr>
      <vt:lpstr>Calibri</vt:lpstr>
      <vt:lpstr>Calibri Light</vt:lpstr>
      <vt:lpstr>Retrospect</vt:lpstr>
      <vt:lpstr>Introducción a la automatización I</vt:lpstr>
      <vt:lpstr>¿Qué es automatización?</vt:lpstr>
      <vt:lpstr>¿Para qué sirve la automatización?</vt:lpstr>
      <vt:lpstr>Trabajar con archivos</vt:lpstr>
      <vt:lpstr>Crear un archivo con Python</vt:lpstr>
      <vt:lpstr>Modos de apertura</vt:lpstr>
      <vt:lpstr>Crear carpetas con Python</vt:lpstr>
      <vt:lpstr>Trabajar con carpetas</vt:lpstr>
      <vt:lpstr>Trabajar con carpetas</vt:lpstr>
      <vt:lpstr>Crear archivos con Pandas</vt:lpstr>
      <vt:lpstr>Crear archivos con Pandas</vt:lpstr>
      <vt:lpstr>Actividad 5: Automatización de archivos con Pandas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ALBERTO PEREZ MORERA</dc:creator>
  <cp:lastModifiedBy>DANIEL ALBERTO PEREZ MORERA</cp:lastModifiedBy>
  <cp:revision>1</cp:revision>
  <dcterms:created xsi:type="dcterms:W3CDTF">2026-04-05T22:36:33Z</dcterms:created>
  <dcterms:modified xsi:type="dcterms:W3CDTF">2026-08-17T16:28:12Z</dcterms:modified>
</cp:coreProperties>
</file>