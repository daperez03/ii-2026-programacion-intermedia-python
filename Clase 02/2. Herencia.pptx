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69" r:id="rId3"/>
    <p:sldId id="307" r:id="rId4"/>
    <p:sldId id="308" r:id="rId5"/>
    <p:sldId id="310" r:id="rId6"/>
    <p:sldId id="309" r:id="rId7"/>
    <p:sldId id="311" r:id="rId8"/>
    <p:sldId id="312" r:id="rId9"/>
    <p:sldId id="315" r:id="rId10"/>
    <p:sldId id="314" r:id="rId11"/>
    <p:sldId id="316" r:id="rId12"/>
    <p:sldId id="317" r:id="rId13"/>
    <p:sldId id="3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A0EF3-6C74-42DA-AE5D-815DBB61121E}" v="79" dt="2026-07-27T14:25:13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7-27T14:25:53.345" v="2008" actId="313"/>
      <pc:docMkLst>
        <pc:docMk/>
      </pc:docMkLst>
      <pc:sldChg chg="modSp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807559037" sldId="25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807559037" sldId="256"/>
            <ac:spMk id="3" creationId="{169D2767-C243-3E7C-4D5B-39E139A139A7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885970478" sldId="269"/>
            <ac:spMk id="2" creationId="{CFC98DB1-9D18-44EB-3FAD-115B8F760B2F}"/>
          </ac:spMkLst>
        </pc:spChg>
        <pc:spChg chg="add del mod">
          <ac:chgData name="DANIEL ALBERTO PEREZ MORERA" userId="b71f61fa-2a10-40af-a76c-06b5b43d475d" providerId="ADAL" clId="{CCE38196-6549-48A5-B8F0-4FE1DF2DB2E5}" dt="2026-07-27T13:25:07.437" v="1454" actId="478"/>
          <ac:spMkLst>
            <pc:docMk/>
            <pc:sldMk cId="1885970478" sldId="269"/>
            <ac:spMk id="4" creationId="{2B594B82-AAFD-29A0-3C7D-B986AF77BC0C}"/>
          </ac:spMkLst>
        </pc:spChg>
        <pc:spChg chg="add del">
          <ac:chgData name="DANIEL ALBERTO PEREZ MORERA" userId="b71f61fa-2a10-40af-a76c-06b5b43d475d" providerId="ADAL" clId="{CCE38196-6549-48A5-B8F0-4FE1DF2DB2E5}" dt="2026-07-27T13:25:52.854" v="1473" actId="22"/>
          <ac:spMkLst>
            <pc:docMk/>
            <pc:sldMk cId="1885970478" sldId="269"/>
            <ac:spMk id="7" creationId="{2514CF68-240B-9245-B1C6-9ECCD1F1D8CC}"/>
          </ac:spMkLst>
        </pc:spChg>
        <pc:spChg chg="del">
          <ac:chgData name="DANIEL ALBERTO PEREZ MORERA" userId="b71f61fa-2a10-40af-a76c-06b5b43d475d" providerId="ADAL" clId="{CCE38196-6549-48A5-B8F0-4FE1DF2DB2E5}" dt="2026-07-27T13:30:50.247" v="1531" actId="26606"/>
          <ac:spMkLst>
            <pc:docMk/>
            <pc:sldMk cId="1885970478" sldId="269"/>
            <ac:spMk id="8" creationId="{3741B58E-3B65-4A01-A276-975AB2CF8A08}"/>
          </ac:spMkLst>
        </pc:spChg>
        <pc:spChg chg="add del mod">
          <ac:chgData name="DANIEL ALBERTO PEREZ MORERA" userId="b71f61fa-2a10-40af-a76c-06b5b43d475d" providerId="ADAL" clId="{CCE38196-6549-48A5-B8F0-4FE1DF2DB2E5}" dt="2026-07-27T13:30:50.247" v="1531" actId="26606"/>
          <ac:spMkLst>
            <pc:docMk/>
            <pc:sldMk cId="1885970478" sldId="269"/>
            <ac:spMk id="9" creationId="{7B7591CE-68CE-5476-49FC-72C36D5FF83F}"/>
          </ac:spMkLst>
        </pc:spChg>
        <pc:spChg chg="del">
          <ac:chgData name="DANIEL ALBERTO PEREZ MORERA" userId="b71f61fa-2a10-40af-a76c-06b5b43d475d" providerId="ADAL" clId="{CCE38196-6549-48A5-B8F0-4FE1DF2DB2E5}" dt="2026-07-27T13:30:50.247" v="1531" actId="26606"/>
          <ac:spMkLst>
            <pc:docMk/>
            <pc:sldMk cId="1885970478" sldId="269"/>
            <ac:spMk id="10" creationId="{7AAC67C3-831B-4AB1-A259-DFB839CAFAFC}"/>
          </ac:spMkLst>
        </pc:spChg>
        <pc:spChg chg="del">
          <ac:chgData name="DANIEL ALBERTO PEREZ MORERA" userId="b71f61fa-2a10-40af-a76c-06b5b43d475d" providerId="ADAL" clId="{CCE38196-6549-48A5-B8F0-4FE1DF2DB2E5}" dt="2026-07-27T13:30:50.247" v="1531" actId="26606"/>
          <ac:spMkLst>
            <pc:docMk/>
            <pc:sldMk cId="1885970478" sldId="269"/>
            <ac:spMk id="12" creationId="{054B3F04-9EAC-45C0-B3CE-0387EEA10A0C}"/>
          </ac:spMkLst>
        </pc:spChg>
        <pc:graphicFrameChg chg="add del mod modGraphic">
          <ac:chgData name="DANIEL ALBERTO PEREZ MORERA" userId="b71f61fa-2a10-40af-a76c-06b5b43d475d" providerId="ADAL" clId="{CCE38196-6549-48A5-B8F0-4FE1DF2DB2E5}" dt="2026-07-27T13:25:31.218" v="1456" actId="478"/>
          <ac:graphicFrameMkLst>
            <pc:docMk/>
            <pc:sldMk cId="1885970478" sldId="269"/>
            <ac:graphicFrameMk id="6" creationId="{D1B39CE9-11B5-0BD9-9B55-A59A10F0C836}"/>
          </ac:graphicFrameMkLst>
        </pc:graphicFrameChg>
        <pc:graphicFrameChg chg="add modGraphic">
          <ac:chgData name="DANIEL ALBERTO PEREZ MORERA" userId="b71f61fa-2a10-40af-a76c-06b5b43d475d" providerId="ADAL" clId="{CCE38196-6549-48A5-B8F0-4FE1DF2DB2E5}" dt="2026-07-27T14:25:28.020" v="1998" actId="790"/>
          <ac:graphicFrameMkLst>
            <pc:docMk/>
            <pc:sldMk cId="1885970478" sldId="269"/>
            <ac:graphicFrameMk id="14" creationId="{D9AF9844-44B7-FB1C-EEB5-4DAEC1DC78E9}"/>
          </ac:graphicFrameMkLst>
        </pc:graphicFrameChg>
        <pc:picChg chg="del mod">
          <ac:chgData name="DANIEL ALBERTO PEREZ MORERA" userId="b71f61fa-2a10-40af-a76c-06b5b43d475d" providerId="ADAL" clId="{CCE38196-6549-48A5-B8F0-4FE1DF2DB2E5}" dt="2026-07-27T13:25:33.343" v="1457" actId="478"/>
          <ac:picMkLst>
            <pc:docMk/>
            <pc:sldMk cId="1885970478" sldId="269"/>
            <ac:picMk id="5" creationId="{C3648D67-443F-2668-53E2-F45BB2D0A956}"/>
          </ac:picMkLst>
        </pc:picChg>
        <pc:picChg chg="add del mod">
          <ac:chgData name="DANIEL ALBERTO PEREZ MORERA" userId="b71f61fa-2a10-40af-a76c-06b5b43d475d" providerId="ADAL" clId="{CCE38196-6549-48A5-B8F0-4FE1DF2DB2E5}" dt="2026-07-27T13:29:50.726" v="1513" actId="478"/>
          <ac:picMkLst>
            <pc:docMk/>
            <pc:sldMk cId="1885970478" sldId="269"/>
            <ac:picMk id="11" creationId="{F9B1D82F-CFD0-0378-37E4-F12AB35EB8FF}"/>
          </ac:picMkLst>
        </pc:picChg>
      </pc:sldChg>
      <pc:sldChg chg="addSp delSp modSp del mod">
        <pc:chgData name="DANIEL ALBERTO PEREZ MORERA" userId="b71f61fa-2a10-40af-a76c-06b5b43d475d" providerId="ADAL" clId="{CCE38196-6549-48A5-B8F0-4FE1DF2DB2E5}" dt="2026-07-27T13:46:55.292" v="1640" actId="47"/>
        <pc:sldMkLst>
          <pc:docMk/>
          <pc:sldMk cId="2924634673" sldId="271"/>
        </pc:sldMkLst>
        <pc:spChg chg="mod">
          <ac:chgData name="DANIEL ALBERTO PEREZ MORERA" userId="b71f61fa-2a10-40af-a76c-06b5b43d475d" providerId="ADAL" clId="{CCE38196-6549-48A5-B8F0-4FE1DF2DB2E5}" dt="2026-07-27T13:44:20.852" v="1626"/>
          <ac:spMkLst>
            <pc:docMk/>
            <pc:sldMk cId="2924634673" sldId="271"/>
            <ac:spMk id="2" creationId="{A2DE8499-2C50-3A29-9C2B-77B0E3147D90}"/>
          </ac:spMkLst>
        </pc:spChg>
        <pc:spChg chg="mod">
          <ac:chgData name="DANIEL ALBERTO PEREZ MORERA" userId="b71f61fa-2a10-40af-a76c-06b5b43d475d" providerId="ADAL" clId="{CCE38196-6549-48A5-B8F0-4FE1DF2DB2E5}" dt="2026-07-27T13:37:15.186" v="1578" actId="790"/>
          <ac:spMkLst>
            <pc:docMk/>
            <pc:sldMk cId="2924634673" sldId="271"/>
            <ac:spMk id="8" creationId="{0775F992-C29E-501F-CDC5-1557F14F3787}"/>
          </ac:spMkLst>
        </pc:spChg>
        <pc:spChg chg="mod">
          <ac:chgData name="DANIEL ALBERTO PEREZ MORERA" userId="b71f61fa-2a10-40af-a76c-06b5b43d475d" providerId="ADAL" clId="{CCE38196-6549-48A5-B8F0-4FE1DF2DB2E5}" dt="2026-07-27T13:37:15.186" v="1578" actId="790"/>
          <ac:spMkLst>
            <pc:docMk/>
            <pc:sldMk cId="2924634673" sldId="271"/>
            <ac:spMk id="10" creationId="{295100D9-9FD3-CC21-F13E-AB8BFB082740}"/>
          </ac:spMkLst>
        </pc:spChg>
        <pc:spChg chg="mod">
          <ac:chgData name="DANIEL ALBERTO PEREZ MORERA" userId="b71f61fa-2a10-40af-a76c-06b5b43d475d" providerId="ADAL" clId="{CCE38196-6549-48A5-B8F0-4FE1DF2DB2E5}" dt="2026-07-27T13:37:15.186" v="1578" actId="790"/>
          <ac:spMkLst>
            <pc:docMk/>
            <pc:sldMk cId="2924634673" sldId="271"/>
            <ac:spMk id="12" creationId="{1109DF08-B843-084F-A11A-AF1C501EF607}"/>
          </ac:spMkLst>
        </pc:spChg>
        <pc:graphicFrameChg chg="del mod modGraphic">
          <ac:chgData name="DANIEL ALBERTO PEREZ MORERA" userId="b71f61fa-2a10-40af-a76c-06b5b43d475d" providerId="ADAL" clId="{CCE38196-6549-48A5-B8F0-4FE1DF2DB2E5}" dt="2026-07-27T13:44:23.803" v="1627" actId="478"/>
          <ac:graphicFrameMkLst>
            <pc:docMk/>
            <pc:sldMk cId="2924634673" sldId="271"/>
            <ac:graphicFrameMk id="4" creationId="{173C9BF9-6180-421C-03E4-FD755BCEB40B}"/>
          </ac:graphicFrameMkLst>
        </pc:graphicFrameChg>
        <pc:picChg chg="add del mod">
          <ac:chgData name="DANIEL ALBERTO PEREZ MORERA" userId="b71f61fa-2a10-40af-a76c-06b5b43d475d" providerId="ADAL" clId="{CCE38196-6549-48A5-B8F0-4FE1DF2DB2E5}" dt="2026-07-27T13:46:33.862" v="1636" actId="21"/>
          <ac:picMkLst>
            <pc:docMk/>
            <pc:sldMk cId="2924634673" sldId="271"/>
            <ac:picMk id="5" creationId="{4E167CB8-977B-B66D-88C1-55FAFEA29184}"/>
          </ac:picMkLst>
        </pc:picChg>
      </pc:sldChg>
      <pc:sldChg chg="addSp modSp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1740098146" sldId="272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40098146" sldId="272"/>
            <ac:spMk id="2" creationId="{88FAAB60-21CD-3071-FE5A-3ECFF1B7ECA2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40098146" sldId="272"/>
            <ac:spMk id="3" creationId="{AA137265-62B2-7A28-FA50-26FC1DA27FC0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40098146" sldId="272"/>
            <ac:spMk id="8" creationId="{28A47EDE-3C4C-C88E-672C-F9FB339847B2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40098146" sldId="272"/>
            <ac:spMk id="10" creationId="{DBB3074F-2368-B3D6-EEA2-EB0E119D016B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40098146" sldId="272"/>
            <ac:spMk id="12" creationId="{1F4AC452-6DCF-089C-D438-12DE824548D5}"/>
          </ac:spMkLst>
        </pc:spChg>
        <pc:graphicFrameChg chg="mod modGraphic">
          <ac:chgData name="DANIEL ALBERTO PEREZ MORERA" userId="b71f61fa-2a10-40af-a76c-06b5b43d475d" providerId="ADAL" clId="{CCE38196-6549-48A5-B8F0-4FE1DF2DB2E5}" dt="2026-07-27T14:14:50.926" v="1853" actId="790"/>
          <ac:graphicFrameMkLst>
            <pc:docMk/>
            <pc:sldMk cId="1740098146" sldId="272"/>
            <ac:graphicFrameMk id="4" creationId="{7965C1A3-4F7D-9F05-DE9F-7CF4FEEEC949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7-27T14:14:50.926" v="1853" actId="790"/>
          <ac:graphicFrameMkLst>
            <pc:docMk/>
            <pc:sldMk cId="1740098146" sldId="272"/>
            <ac:graphicFrameMk id="5" creationId="{72B4AF32-B85D-2C6E-FA44-E947A8D7D0F6}"/>
          </ac:graphicFrameMkLst>
        </pc:graphicFrameChg>
      </pc:sldChg>
      <pc:sldChg chg="modSp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1773553698" sldId="275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73553698" sldId="275"/>
            <ac:spMk id="2" creationId="{EDE72D7B-F89E-3608-0993-995BED8825FD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73553698" sldId="275"/>
            <ac:spMk id="18" creationId="{103E59AE-44F8-4FB9-BF05-C888FE3E1DFA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73553698" sldId="275"/>
            <ac:spMk id="22" creationId="{3194563F-A66F-4B71-9C8D-5610CF13D6B0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73553698" sldId="275"/>
            <ac:spMk id="24" creationId="{4403595A-19F1-44C4-8C24-6E498B5F72BF}"/>
          </ac:spMkLst>
        </pc:spChg>
        <pc:graphicFrameChg chg="modGraphic">
          <ac:chgData name="DANIEL ALBERTO PEREZ MORERA" userId="b71f61fa-2a10-40af-a76c-06b5b43d475d" providerId="ADAL" clId="{CCE38196-6549-48A5-B8F0-4FE1DF2DB2E5}" dt="2026-07-27T14:14:50.926" v="1853" actId="790"/>
          <ac:graphicFrameMkLst>
            <pc:docMk/>
            <pc:sldMk cId="1773553698" sldId="275"/>
            <ac:graphicFrameMk id="14" creationId="{70E26A3E-CA8F-EFF0-3BAD-0E2B4A2E5E49}"/>
          </ac:graphicFrameMkLst>
        </pc:graphicFrameChg>
      </pc:sldChg>
      <pc:sldChg chg="modSp add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3290225134" sldId="276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290225134" sldId="27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290225134" sldId="276"/>
            <ac:spMk id="3" creationId="{169D2767-C243-3E7C-4D5B-39E139A139A7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3537006609" sldId="277"/>
        </pc:sldMkLst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537006609" sldId="277"/>
            <ac:spMk id="44" creationId="{7F23EF37-19EC-4973-A7AF-4BBF68646D7D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966744946" sldId="280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966744946" sldId="280"/>
            <ac:spMk id="2" creationId="{9FBEBADC-188C-34DB-6A18-D5EE13CDD9AA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966744946" sldId="280"/>
            <ac:spMk id="3" creationId="{11034AFE-0D8A-BD0D-9EAF-B90E4DC0ACD2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966744946" sldId="280"/>
            <ac:spMk id="17" creationId="{F64BBAA4-C62B-4146-B49F-FE4CC4655EE0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966744946" sldId="280"/>
            <ac:spMk id="19" creationId="{77C34054-98F8-4229-885E-04C525969C5E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966744946" sldId="280"/>
            <ac:spMk id="21" creationId="{22AAB964-B835-4B93-A1F3-4A30D1F38589}"/>
          </ac:spMkLst>
        </pc:spChg>
        <pc:graphicFrameChg chg="modGraphic">
          <ac:chgData name="DANIEL ALBERTO PEREZ MORERA" userId="b71f61fa-2a10-40af-a76c-06b5b43d475d" providerId="ADAL" clId="{CCE38196-6549-48A5-B8F0-4FE1DF2DB2E5}" dt="2026-07-27T14:14:50.926" v="1853" actId="790"/>
          <ac:graphicFrameMkLst>
            <pc:docMk/>
            <pc:sldMk cId="966744946" sldId="280"/>
            <ac:graphicFrameMk id="4" creationId="{81D51F32-0045-40E7-85D1-792AAFCDC3E9}"/>
          </ac:graphicFrameMkLst>
        </pc:graphicFrame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866859736" sldId="281"/>
        </pc:sldMkLst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66859736" sldId="281"/>
            <ac:spMk id="26" creationId="{6E14809C-AB06-455C-9E09-733EC00DDEBC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66859736" sldId="281"/>
            <ac:spMk id="28" creationId="{F9612D73-1056-4289-A977-92C9190C7AEF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66859736" sldId="281"/>
            <ac:spMk id="30" creationId="{44C5A9E5-0F35-4AA6-AF26-B90A2D47BC43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66859736" sldId="281"/>
            <ac:spMk id="32" creationId="{4D9DB69D-7E48-4FDF-806E-F0B4BF0053DD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66859736" sldId="281"/>
            <ac:spMk id="34" creationId="{846BF69C-4724-4F8D-8EA6-1487E9C9C4FD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819245608" sldId="283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19245608" sldId="283"/>
            <ac:spMk id="2" creationId="{E355FBA7-7196-B941-A5F9-2C65CB91521C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19245608" sldId="283"/>
            <ac:spMk id="3" creationId="{52E6333C-A51E-2389-1F2A-2C229A42B392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19245608" sldId="283"/>
            <ac:spMk id="26" creationId="{F64BBAA4-C62B-4146-B49F-FE4CC4655EE0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19245608" sldId="283"/>
            <ac:spMk id="28" creationId="{77C34054-98F8-4229-885E-04C525969C5E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819245608" sldId="283"/>
            <ac:spMk id="30" creationId="{22AAB964-B835-4B93-A1F3-4A30D1F38589}"/>
          </ac:spMkLst>
        </pc:spChg>
      </pc:sldChg>
      <pc:sldChg chg="modSp add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1294625431" sldId="284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294625431" sldId="284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294625431" sldId="284"/>
            <ac:spMk id="3" creationId="{169D2767-C243-3E7C-4D5B-39E139A139A7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3805453594" sldId="287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805453594" sldId="287"/>
            <ac:spMk id="2" creationId="{408D5F50-45F2-687A-8A1A-F8244CF9BC0D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805453594" sldId="287"/>
            <ac:spMk id="8" creationId="{6C46A98F-282E-11F4-DA36-25AB19304C14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805453594" sldId="287"/>
            <ac:spMk id="10" creationId="{E3ED6329-60CB-3B05-BBA1-03FE1790961D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805453594" sldId="287"/>
            <ac:spMk id="12" creationId="{16384353-5089-1358-2F19-3AB4BD382D29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3953213494" sldId="288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953213494" sldId="288"/>
            <ac:spMk id="2" creationId="{69AAB4A5-3870-E59E-1F99-0C75A7ADFBDE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953213494" sldId="288"/>
            <ac:spMk id="8" creationId="{047816CD-E30B-F5E2-92F6-CC74F21FF29C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953213494" sldId="288"/>
            <ac:spMk id="10" creationId="{CB309C62-0685-F11A-A491-E64F8CFB275C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3953213494" sldId="288"/>
            <ac:spMk id="12" creationId="{4951B874-7BB8-50EB-6446-60224F524AAB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2972522738" sldId="290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972522738" sldId="290"/>
            <ac:spMk id="2" creationId="{2B9BC924-3AC9-458C-554D-6FC5A210CD30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972522738" sldId="290"/>
            <ac:spMk id="8" creationId="{607ED530-7881-72D8-E920-B51047534363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972522738" sldId="290"/>
            <ac:spMk id="10" creationId="{22449FDF-B7C2-025A-0237-EE1D78059F6F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972522738" sldId="290"/>
            <ac:spMk id="12" creationId="{2CF1D3F9-3DA6-A393-F965-851562FB955A}"/>
          </ac:spMkLst>
        </pc:spChg>
        <pc:graphicFrameChg chg="modGraphic">
          <ac:chgData name="DANIEL ALBERTO PEREZ MORERA" userId="b71f61fa-2a10-40af-a76c-06b5b43d475d" providerId="ADAL" clId="{CCE38196-6549-48A5-B8F0-4FE1DF2DB2E5}" dt="2026-07-27T14:14:50.926" v="1853" actId="790"/>
          <ac:graphicFrameMkLst>
            <pc:docMk/>
            <pc:sldMk cId="2972522738" sldId="290"/>
            <ac:graphicFrameMk id="3" creationId="{E63AE6C7-DBBA-24E4-112B-808DA593CAC5}"/>
          </ac:graphicFrameMkLst>
        </pc:graphicFrameChg>
      </pc:sldChg>
      <pc:sldChg chg="addSp delSp modSp new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4059601761" sldId="292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4059601761" sldId="292"/>
            <ac:spMk id="3" creationId="{0CDD8ECF-0786-8280-AEA1-619B46617652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4059601761" sldId="292"/>
            <ac:spMk id="5" creationId="{54D4D08C-7BE6-220D-57E4-5EECBACF0944}"/>
          </ac:spMkLst>
        </pc:spChg>
      </pc:sldChg>
      <pc:sldChg chg="addSp delSp modSp add del mod or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2567885880" sldId="293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567885880" sldId="293"/>
            <ac:spMk id="3" creationId="{F1359026-D769-CF4B-2261-074EA8CE639E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567885880" sldId="293"/>
            <ac:spMk id="5" creationId="{B4B36A56-9AE7-D819-15B1-B2A586380B5F}"/>
          </ac:spMkLst>
        </pc:spChg>
      </pc:sldChg>
      <pc:sldChg chg="modSp add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4235411944" sldId="294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4235411944" sldId="294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4235411944" sldId="294"/>
            <ac:spMk id="3" creationId="{169D2767-C243-3E7C-4D5B-39E139A139A7}"/>
          </ac:spMkLst>
        </pc:spChg>
      </pc:sldChg>
      <pc:sldChg chg="modSp add del mo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4071980575" sldId="295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4071980575" sldId="295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4071980575" sldId="295"/>
            <ac:spMk id="3" creationId="{169D2767-C243-3E7C-4D5B-39E139A139A7}"/>
          </ac:spMkLst>
        </pc:spChg>
      </pc:sldChg>
      <pc:sldChg chg="addSp delSp modSp add del mo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2083299302" sldId="297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083299302" sldId="297"/>
            <ac:spMk id="2" creationId="{DE5A4DE4-BEA1-97C1-C1F2-0B1F0DAB7A3B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083299302" sldId="297"/>
            <ac:spMk id="8" creationId="{30D3A8A1-99B3-4DF1-C57B-4731DBC54F44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083299302" sldId="297"/>
            <ac:spMk id="10" creationId="{AF2D74C9-DA87-4A03-903E-C602A152D2CB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083299302" sldId="297"/>
            <ac:spMk id="12" creationId="{6D891328-36EF-04DE-CAD2-5CFA7300F892}"/>
          </ac:spMkLst>
        </pc:spChg>
      </pc:sldChg>
      <pc:sldChg chg="addSp delSp modSp add del mod or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1723324345" sldId="300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23324345" sldId="300"/>
            <ac:spMk id="2" creationId="{A2E82927-50FE-12F4-AB09-A9EB81F0899B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23324345" sldId="300"/>
            <ac:spMk id="8" creationId="{CCC74F61-2AB0-E2C6-E290-F50F11E7BD4B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23324345" sldId="300"/>
            <ac:spMk id="10" creationId="{1FBBE5B3-7580-EC8C-7F58-47D672169E74}"/>
          </ac:spMkLst>
        </pc:spChg>
        <pc:spChg chg="add del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1723324345" sldId="300"/>
            <ac:spMk id="12" creationId="{29BA6383-E186-A981-8EA0-79C6F6116032}"/>
          </ac:spMkLst>
        </pc:spChg>
      </pc:sldChg>
      <pc:sldChg chg="addSp delSp modSp add del mod ord setBg delDesignElem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2316958274" sldId="301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316958274" sldId="301"/>
            <ac:spMk id="2" creationId="{ADE7B61F-F55E-4D8A-40BA-6F36C454D428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316958274" sldId="301"/>
            <ac:spMk id="4" creationId="{F6FCE1C2-0B85-685A-7F2C-ED179EDA0F18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316958274" sldId="301"/>
            <ac:spMk id="34" creationId="{F64BBAA4-C62B-4146-B49F-FE4CC4655EE0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316958274" sldId="301"/>
            <ac:spMk id="36" creationId="{77C34054-98F8-4229-885E-04C525969C5E}"/>
          </ac:spMkLst>
        </pc:spChg>
        <pc:spChg chg="add 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316958274" sldId="301"/>
            <ac:spMk id="38" creationId="{22AAB964-B835-4B93-A1F3-4A30D1F38589}"/>
          </ac:spMkLst>
        </pc:spChg>
      </pc:sldChg>
      <pc:sldChg chg="modSp add del mod">
        <pc:chgData name="DANIEL ALBERTO PEREZ MORERA" userId="b71f61fa-2a10-40af-a76c-06b5b43d475d" providerId="ADAL" clId="{CCE38196-6549-48A5-B8F0-4FE1DF2DB2E5}" dt="2026-07-27T14:25:53.345" v="2008" actId="313"/>
        <pc:sldMkLst>
          <pc:docMk/>
          <pc:sldMk cId="1100032990" sldId="305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100032990" sldId="305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7-27T14:25:53.345" v="2008" actId="313"/>
          <ac:spMkLst>
            <pc:docMk/>
            <pc:sldMk cId="1100032990" sldId="305"/>
            <ac:spMk id="3" creationId="{8A74FB23-DAA6-14D7-0050-88F3EA357EC9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100032990" sldId="305"/>
            <ac:spMk id="4" creationId="{64687C0E-691B-B645-B7C4-6B3824BDED19}"/>
          </ac:spMkLst>
        </pc:spChg>
      </pc:sldChg>
      <pc:sldChg chg="delSp modSp new del mod ord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2127555493" sldId="306"/>
        </pc:sldMkLst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127555493" sldId="306"/>
            <ac:spMk id="3" creationId="{6360CBAD-D95F-1304-326B-169AD5F4F16E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127555493" sldId="306"/>
            <ac:spMk id="4" creationId="{630A6E6C-8B3C-3591-7F21-8CEB5C9D68EA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127555493" sldId="306"/>
            <ac:spMk id="5" creationId="{14602828-D8B7-E075-4052-F4F10CD0D05C}"/>
          </ac:spMkLst>
        </pc:spChg>
        <pc:spChg chg="mod">
          <ac:chgData name="DANIEL ALBERTO PEREZ MORERA" userId="b71f61fa-2a10-40af-a76c-06b5b43d475d" providerId="ADAL" clId="{CCE38196-6549-48A5-B8F0-4FE1DF2DB2E5}" dt="2026-07-27T14:14:50.926" v="1853" actId="790"/>
          <ac:spMkLst>
            <pc:docMk/>
            <pc:sldMk cId="2127555493" sldId="306"/>
            <ac:spMk id="6" creationId="{6C13F764-F738-847F-B987-D9A2D9A301C0}"/>
          </ac:spMkLst>
        </pc:spChg>
      </pc:sldChg>
      <pc:sldChg chg="addSp delSp modSp add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3473494130" sldId="307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73494130" sldId="307"/>
            <ac:spMk id="2" creationId="{4B3D4835-ACAF-D1EC-277D-2B538C10466D}"/>
          </ac:spMkLst>
        </pc:spChg>
        <pc:spChg chg="add del mod">
          <ac:chgData name="DANIEL ALBERTO PEREZ MORERA" userId="b71f61fa-2a10-40af-a76c-06b5b43d475d" providerId="ADAL" clId="{CCE38196-6549-48A5-B8F0-4FE1DF2DB2E5}" dt="2026-07-27T13:31:26.198" v="1532" actId="478"/>
          <ac:spMkLst>
            <pc:docMk/>
            <pc:sldMk cId="3473494130" sldId="307"/>
            <ac:spMk id="4" creationId="{0F322967-FB47-7724-880D-34DE0409E84D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73494130" sldId="307"/>
            <ac:spMk id="8" creationId="{23577784-F419-2506-E021-C29A1BE7B198}"/>
          </ac:spMkLst>
        </pc:spChg>
        <pc:spChg chg="del">
          <ac:chgData name="DANIEL ALBERTO PEREZ MORERA" userId="b71f61fa-2a10-40af-a76c-06b5b43d475d" providerId="ADAL" clId="{CCE38196-6549-48A5-B8F0-4FE1DF2DB2E5}" dt="2026-07-27T13:29:47.120" v="1512" actId="478"/>
          <ac:spMkLst>
            <pc:docMk/>
            <pc:sldMk cId="3473494130" sldId="307"/>
            <ac:spMk id="9" creationId="{96B6FE97-731C-1A86-63E1-6513A5106FDB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73494130" sldId="307"/>
            <ac:spMk id="10" creationId="{75F50179-FCC6-27E2-645E-8570017AA657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73494130" sldId="307"/>
            <ac:spMk id="12" creationId="{74DACB59-BDE2-B0C9-E5C3-7D243CE2071F}"/>
          </ac:spMkLst>
        </pc:spChg>
      </pc:sldChg>
      <pc:sldChg chg="addSp delSp modSp new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283681743" sldId="308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83681743" sldId="308"/>
            <ac:spMk id="2" creationId="{6BEBCC3E-8742-532B-55F1-E1FDB3A9CBC5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83681743" sldId="308"/>
            <ac:spMk id="3" creationId="{578B4370-059C-431E-5503-9E8D5A18DA54}"/>
          </ac:spMkLst>
        </pc:spChg>
        <pc:spChg chg="del mod">
          <ac:chgData name="DANIEL ALBERTO PEREZ MORERA" userId="b71f61fa-2a10-40af-a76c-06b5b43d475d" providerId="ADAL" clId="{CCE38196-6549-48A5-B8F0-4FE1DF2DB2E5}" dt="2026-07-27T13:36:30.826" v="1568" actId="22"/>
          <ac:spMkLst>
            <pc:docMk/>
            <pc:sldMk cId="283681743" sldId="308"/>
            <ac:spMk id="4" creationId="{FAE4092E-BA8B-BCEC-6CF0-32312A7AAB45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83681743" sldId="308"/>
            <ac:spMk id="5" creationId="{230A6F0D-5AA3-F452-90CB-26C682C8F36B}"/>
          </ac:spMkLst>
        </pc:spChg>
        <pc:spChg chg="del mod">
          <ac:chgData name="DANIEL ALBERTO PEREZ MORERA" userId="b71f61fa-2a10-40af-a76c-06b5b43d475d" providerId="ADAL" clId="{CCE38196-6549-48A5-B8F0-4FE1DF2DB2E5}" dt="2026-07-27T13:36:59.449" v="1577" actId="22"/>
          <ac:spMkLst>
            <pc:docMk/>
            <pc:sldMk cId="283681743" sldId="308"/>
            <ac:spMk id="6" creationId="{34E52507-873C-2313-C6D1-193F6788781A}"/>
          </ac:spMkLst>
        </pc:spChg>
        <pc:spChg chg="add del mod">
          <ac:chgData name="DANIEL ALBERTO PEREZ MORERA" userId="b71f61fa-2a10-40af-a76c-06b5b43d475d" providerId="ADAL" clId="{CCE38196-6549-48A5-B8F0-4FE1DF2DB2E5}" dt="2026-07-27T13:39:47.461" v="1602" actId="22"/>
          <ac:spMkLst>
            <pc:docMk/>
            <pc:sldMk cId="283681743" sldId="308"/>
            <ac:spMk id="12" creationId="{9B8073B2-6249-5813-9A13-04B1A1096A7C}"/>
          </ac:spMkLst>
        </pc:spChg>
        <pc:spChg chg="add del">
          <ac:chgData name="DANIEL ALBERTO PEREZ MORERA" userId="b71f61fa-2a10-40af-a76c-06b5b43d475d" providerId="ADAL" clId="{CCE38196-6549-48A5-B8F0-4FE1DF2DB2E5}" dt="2026-07-27T13:39:44.132" v="1600" actId="22"/>
          <ac:spMkLst>
            <pc:docMk/>
            <pc:sldMk cId="283681743" sldId="308"/>
            <ac:spMk id="14" creationId="{4404971D-AC92-634C-4E22-B03964F85D2D}"/>
          </ac:spMkLst>
        </pc:spChg>
        <pc:spChg chg="add del mod">
          <ac:chgData name="DANIEL ALBERTO PEREZ MORERA" userId="b71f61fa-2a10-40af-a76c-06b5b43d475d" providerId="ADAL" clId="{CCE38196-6549-48A5-B8F0-4FE1DF2DB2E5}" dt="2026-07-27T13:40:12.319" v="1614" actId="22"/>
          <ac:spMkLst>
            <pc:docMk/>
            <pc:sldMk cId="283681743" sldId="308"/>
            <ac:spMk id="18" creationId="{6EA45843-ACD2-5E13-C8A3-80AD88F5A270}"/>
          </ac:spMkLst>
        </pc:spChg>
        <pc:spChg chg="add del">
          <ac:chgData name="DANIEL ALBERTO PEREZ MORERA" userId="b71f61fa-2a10-40af-a76c-06b5b43d475d" providerId="ADAL" clId="{CCE38196-6549-48A5-B8F0-4FE1DF2DB2E5}" dt="2026-07-27T13:40:09.952" v="1612" actId="22"/>
          <ac:spMkLst>
            <pc:docMk/>
            <pc:sldMk cId="283681743" sldId="308"/>
            <ac:spMk id="20" creationId="{39C3B9CB-4F30-940F-5812-5C44EB6AFA62}"/>
          </ac:spMkLst>
        </pc:spChg>
        <pc:picChg chg="add del mod ord">
          <ac:chgData name="DANIEL ALBERTO PEREZ MORERA" userId="b71f61fa-2a10-40af-a76c-06b5b43d475d" providerId="ADAL" clId="{CCE38196-6549-48A5-B8F0-4FE1DF2DB2E5}" dt="2026-07-27T13:39:42.266" v="1597" actId="478"/>
          <ac:picMkLst>
            <pc:docMk/>
            <pc:sldMk cId="283681743" sldId="308"/>
            <ac:picMk id="8" creationId="{E7EFBC42-AB9B-F12E-7E49-600E7B14AC69}"/>
          </ac:picMkLst>
        </pc:picChg>
        <pc:picChg chg="add del mod ord">
          <ac:chgData name="DANIEL ALBERTO PEREZ MORERA" userId="b71f61fa-2a10-40af-a76c-06b5b43d475d" providerId="ADAL" clId="{CCE38196-6549-48A5-B8F0-4FE1DF2DB2E5}" dt="2026-07-27T13:40:08.707" v="1609" actId="478"/>
          <ac:picMkLst>
            <pc:docMk/>
            <pc:sldMk cId="283681743" sldId="308"/>
            <ac:picMk id="10" creationId="{A2FCC0AD-E13F-C2EC-104D-73C7F7E340AE}"/>
          </ac:picMkLst>
        </pc:picChg>
        <pc:picChg chg="add mod ord">
          <ac:chgData name="DANIEL ALBERTO PEREZ MORERA" userId="b71f61fa-2a10-40af-a76c-06b5b43d475d" providerId="ADAL" clId="{CCE38196-6549-48A5-B8F0-4FE1DF2DB2E5}" dt="2026-07-27T13:39:47.461" v="1602" actId="22"/>
          <ac:picMkLst>
            <pc:docMk/>
            <pc:sldMk cId="283681743" sldId="308"/>
            <ac:picMk id="16" creationId="{2794EBE5-6E06-182C-D8DC-1523DABF1655}"/>
          </ac:picMkLst>
        </pc:picChg>
        <pc:picChg chg="add mod ord">
          <ac:chgData name="DANIEL ALBERTO PEREZ MORERA" userId="b71f61fa-2a10-40af-a76c-06b5b43d475d" providerId="ADAL" clId="{CCE38196-6549-48A5-B8F0-4FE1DF2DB2E5}" dt="2026-07-27T13:40:12.319" v="1614" actId="22"/>
          <ac:picMkLst>
            <pc:docMk/>
            <pc:sldMk cId="283681743" sldId="308"/>
            <ac:picMk id="22" creationId="{F091B22F-13C7-3CB1-C2F2-5A2158A51A07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2599257027" sldId="309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599257027" sldId="309"/>
            <ac:spMk id="2" creationId="{89BFA024-C16B-BD50-A44F-05A538E89399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599257027" sldId="309"/>
            <ac:spMk id="3" creationId="{75896735-A649-E1B8-C773-56282CF73DE5}"/>
          </ac:spMkLst>
        </pc:spChg>
        <pc:spChg chg="del mod">
          <ac:chgData name="DANIEL ALBERTO PEREZ MORERA" userId="b71f61fa-2a10-40af-a76c-06b5b43d475d" providerId="ADAL" clId="{CCE38196-6549-48A5-B8F0-4FE1DF2DB2E5}" dt="2026-07-27T13:39:22.400" v="1594" actId="478"/>
          <ac:spMkLst>
            <pc:docMk/>
            <pc:sldMk cId="2599257027" sldId="309"/>
            <ac:spMk id="5" creationId="{6DFEB23C-370D-E192-FE7E-766400AE8FED}"/>
          </ac:spMkLst>
        </pc:spChg>
        <pc:spChg chg="add del">
          <ac:chgData name="DANIEL ALBERTO PEREZ MORERA" userId="b71f61fa-2a10-40af-a76c-06b5b43d475d" providerId="ADAL" clId="{CCE38196-6549-48A5-B8F0-4FE1DF2DB2E5}" dt="2026-07-27T13:37:41.682" v="1588" actId="22"/>
          <ac:spMkLst>
            <pc:docMk/>
            <pc:sldMk cId="2599257027" sldId="309"/>
            <ac:spMk id="6" creationId="{DDE2C103-5372-91D4-FE23-058AA6E02577}"/>
          </ac:spMkLst>
        </pc:spChg>
        <pc:spChg chg="add del mod">
          <ac:chgData name="DANIEL ALBERTO PEREZ MORERA" userId="b71f61fa-2a10-40af-a76c-06b5b43d475d" providerId="ADAL" clId="{CCE38196-6549-48A5-B8F0-4FE1DF2DB2E5}" dt="2026-07-27T13:37:46.907" v="1591" actId="22"/>
          <ac:spMkLst>
            <pc:docMk/>
            <pc:sldMk cId="2599257027" sldId="309"/>
            <ac:spMk id="9" creationId="{D13FE6C8-2A46-DB26-4367-C235DCD254AA}"/>
          </ac:spMkLst>
        </pc:spChg>
        <pc:spChg chg="add del mod">
          <ac:chgData name="DANIEL ALBERTO PEREZ MORERA" userId="b71f61fa-2a10-40af-a76c-06b5b43d475d" providerId="ADAL" clId="{CCE38196-6549-48A5-B8F0-4FE1DF2DB2E5}" dt="2026-07-27T13:40:39.660" v="1615" actId="478"/>
          <ac:spMkLst>
            <pc:docMk/>
            <pc:sldMk cId="2599257027" sldId="309"/>
            <ac:spMk id="14" creationId="{B189F751-980C-26F4-BCFC-72248662CD71}"/>
          </ac:spMkLst>
        </pc:spChg>
        <pc:spChg chg="add del mod">
          <ac:chgData name="DANIEL ALBERTO PEREZ MORERA" userId="b71f61fa-2a10-40af-a76c-06b5b43d475d" providerId="ADAL" clId="{CCE38196-6549-48A5-B8F0-4FE1DF2DB2E5}" dt="2026-07-27T13:40:39.660" v="1615" actId="478"/>
          <ac:spMkLst>
            <pc:docMk/>
            <pc:sldMk cId="2599257027" sldId="309"/>
            <ac:spMk id="16" creationId="{A62A3293-BB47-60E3-0CE2-8DC8B32516A5}"/>
          </ac:spMkLst>
        </pc:spChg>
        <pc:spChg chg="add del mod">
          <ac:chgData name="DANIEL ALBERTO PEREZ MORERA" userId="b71f61fa-2a10-40af-a76c-06b5b43d475d" providerId="ADAL" clId="{CCE38196-6549-48A5-B8F0-4FE1DF2DB2E5}" dt="2026-07-27T13:41:21.193" v="1621" actId="21"/>
          <ac:spMkLst>
            <pc:docMk/>
            <pc:sldMk cId="2599257027" sldId="309"/>
            <ac:spMk id="18" creationId="{E47B92F2-AB52-2B33-BE0B-37B654AC4430}"/>
          </ac:spMkLst>
        </pc:spChg>
        <pc:picChg chg="del">
          <ac:chgData name="DANIEL ALBERTO PEREZ MORERA" userId="b71f61fa-2a10-40af-a76c-06b5b43d475d" providerId="ADAL" clId="{CCE38196-6549-48A5-B8F0-4FE1DF2DB2E5}" dt="2026-07-27T13:37:42.637" v="1589" actId="478"/>
          <ac:picMkLst>
            <pc:docMk/>
            <pc:sldMk cId="2599257027" sldId="309"/>
            <ac:picMk id="8" creationId="{2996239C-0EC9-5E2E-6F58-3687793411CB}"/>
          </ac:picMkLst>
        </pc:picChg>
        <pc:picChg chg="del">
          <ac:chgData name="DANIEL ALBERTO PEREZ MORERA" userId="b71f61fa-2a10-40af-a76c-06b5b43d475d" providerId="ADAL" clId="{CCE38196-6549-48A5-B8F0-4FE1DF2DB2E5}" dt="2026-07-27T13:39:17.243" v="1593" actId="478"/>
          <ac:picMkLst>
            <pc:docMk/>
            <pc:sldMk cId="2599257027" sldId="309"/>
            <ac:picMk id="10" creationId="{0443BB3A-818D-1CEA-0807-AEE9F0DF1460}"/>
          </ac:picMkLst>
        </pc:picChg>
        <pc:picChg chg="add del mod ord">
          <ac:chgData name="DANIEL ALBERTO PEREZ MORERA" userId="b71f61fa-2a10-40af-a76c-06b5b43d475d" providerId="ADAL" clId="{CCE38196-6549-48A5-B8F0-4FE1DF2DB2E5}" dt="2026-07-27T13:41:30.665" v="1622" actId="1076"/>
          <ac:picMkLst>
            <pc:docMk/>
            <pc:sldMk cId="2599257027" sldId="309"/>
            <ac:picMk id="12" creationId="{2DE153A4-4917-27AC-F08B-0437A0C9BEDB}"/>
          </ac:picMkLst>
        </pc:picChg>
      </pc:sldChg>
      <pc:sldChg chg="modSp add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3682431192" sldId="310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682431192" sldId="310"/>
            <ac:spMk id="2" creationId="{2CAD0301-05C6-1DD4-B092-5B95686448C3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682431192" sldId="310"/>
            <ac:spMk id="3" creationId="{3341ADD4-D02A-BF65-1973-E813A0F503A5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682431192" sldId="310"/>
            <ac:spMk id="5" creationId="{B57F7C78-14CF-374E-C1A5-D808C5591E56}"/>
          </ac:spMkLst>
        </pc:spChg>
      </pc:sldChg>
      <pc:sldChg chg="addSp delSp modSp new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3433861948" sldId="311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33861948" sldId="311"/>
            <ac:spMk id="2" creationId="{F3E7F882-D030-7EAA-3E12-40ABCE0EBEC8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33861948" sldId="311"/>
            <ac:spMk id="3" creationId="{7CE17918-7373-FB21-923F-4F2E8BE03D18}"/>
          </ac:spMkLst>
        </pc:spChg>
        <pc:spChg chg="del">
          <ac:chgData name="DANIEL ALBERTO PEREZ MORERA" userId="b71f61fa-2a10-40af-a76c-06b5b43d475d" providerId="ADAL" clId="{CCE38196-6549-48A5-B8F0-4FE1DF2DB2E5}" dt="2026-07-27T13:46:35.757" v="1637" actId="22"/>
          <ac:spMkLst>
            <pc:docMk/>
            <pc:sldMk cId="3433861948" sldId="311"/>
            <ac:spMk id="4" creationId="{2D4545A9-B373-A7AF-F694-1C8FB5E544E1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433861948" sldId="311"/>
            <ac:spMk id="5" creationId="{54EB5F98-9335-805A-B623-47ACB36C5C42}"/>
          </ac:spMkLst>
        </pc:spChg>
        <pc:spChg chg="add del">
          <ac:chgData name="DANIEL ALBERTO PEREZ MORERA" userId="b71f61fa-2a10-40af-a76c-06b5b43d475d" providerId="ADAL" clId="{CCE38196-6549-48A5-B8F0-4FE1DF2DB2E5}" dt="2026-07-27T13:49:42.789" v="1658" actId="22"/>
          <ac:spMkLst>
            <pc:docMk/>
            <pc:sldMk cId="3433861948" sldId="311"/>
            <ac:spMk id="6" creationId="{22F2F26B-6803-9546-3DD6-52148596C552}"/>
          </ac:spMkLst>
        </pc:spChg>
        <pc:spChg chg="add del mod">
          <ac:chgData name="DANIEL ALBERTO PEREZ MORERA" userId="b71f61fa-2a10-40af-a76c-06b5b43d475d" providerId="ADAL" clId="{CCE38196-6549-48A5-B8F0-4FE1DF2DB2E5}" dt="2026-07-27T13:46:50.945" v="1639" actId="22"/>
          <ac:spMkLst>
            <pc:docMk/>
            <pc:sldMk cId="3433861948" sldId="311"/>
            <ac:spMk id="10" creationId="{67927A47-2ACF-F32F-F03E-7977412EA988}"/>
          </ac:spMkLst>
        </pc:spChg>
        <pc:picChg chg="add del mod">
          <ac:chgData name="DANIEL ALBERTO PEREZ MORERA" userId="b71f61fa-2a10-40af-a76c-06b5b43d475d" providerId="ADAL" clId="{CCE38196-6549-48A5-B8F0-4FE1DF2DB2E5}" dt="2026-07-27T13:46:49.408" v="1638" actId="478"/>
          <ac:picMkLst>
            <pc:docMk/>
            <pc:sldMk cId="3433861948" sldId="311"/>
            <ac:picMk id="8" creationId="{231CA71E-B262-F0A8-D7A3-8E9FE98530A8}"/>
          </ac:picMkLst>
        </pc:picChg>
        <pc:picChg chg="add mod ord">
          <ac:chgData name="DANIEL ALBERTO PEREZ MORERA" userId="b71f61fa-2a10-40af-a76c-06b5b43d475d" providerId="ADAL" clId="{CCE38196-6549-48A5-B8F0-4FE1DF2DB2E5}" dt="2026-07-27T13:46:50.945" v="1639" actId="22"/>
          <ac:picMkLst>
            <pc:docMk/>
            <pc:sldMk cId="3433861948" sldId="311"/>
            <ac:picMk id="12" creationId="{2FEE843D-27EF-16EA-2FE6-096AF138FB98}"/>
          </ac:picMkLst>
        </pc:picChg>
        <pc:picChg chg="add del mod ord">
          <ac:chgData name="DANIEL ALBERTO PEREZ MORERA" userId="b71f61fa-2a10-40af-a76c-06b5b43d475d" providerId="ADAL" clId="{CCE38196-6549-48A5-B8F0-4FE1DF2DB2E5}" dt="2026-07-27T13:49:31.805" v="1657" actId="22"/>
          <ac:picMkLst>
            <pc:docMk/>
            <pc:sldMk cId="3433861948" sldId="311"/>
            <ac:picMk id="14" creationId="{C8D703F0-CB5E-E262-1879-2677647718AB}"/>
          </ac:picMkLst>
        </pc:picChg>
        <pc:picChg chg="add mod ord">
          <ac:chgData name="DANIEL ALBERTO PEREZ MORERA" userId="b71f61fa-2a10-40af-a76c-06b5b43d475d" providerId="ADAL" clId="{CCE38196-6549-48A5-B8F0-4FE1DF2DB2E5}" dt="2026-07-27T13:49:42.789" v="1658" actId="22"/>
          <ac:picMkLst>
            <pc:docMk/>
            <pc:sldMk cId="3433861948" sldId="311"/>
            <ac:picMk id="16" creationId="{E631BB86-0ED8-1281-ABC9-35B11430346C}"/>
          </ac:picMkLst>
        </pc:picChg>
      </pc:sldChg>
      <pc:sldChg chg="modSp new del">
        <pc:chgData name="DANIEL ALBERTO PEREZ MORERA" userId="b71f61fa-2a10-40af-a76c-06b5b43d475d" providerId="ADAL" clId="{CCE38196-6549-48A5-B8F0-4FE1DF2DB2E5}" dt="2026-07-27T13:41:46.119" v="1624" actId="47"/>
        <pc:sldMkLst>
          <pc:docMk/>
          <pc:sldMk cId="4089134023" sldId="311"/>
        </pc:sldMkLst>
        <pc:spChg chg="mod">
          <ac:chgData name="DANIEL ALBERTO PEREZ MORERA" userId="b71f61fa-2a10-40af-a76c-06b5b43d475d" providerId="ADAL" clId="{CCE38196-6549-48A5-B8F0-4FE1DF2DB2E5}" dt="2026-07-27T13:41:09.709" v="1618"/>
          <ac:spMkLst>
            <pc:docMk/>
            <pc:sldMk cId="4089134023" sldId="311"/>
            <ac:spMk id="2" creationId="{52E3C546-E41E-4644-307F-1EF77EAD08E5}"/>
          </ac:spMkLst>
        </pc:spChg>
        <pc:spChg chg="mod">
          <ac:chgData name="DANIEL ALBERTO PEREZ MORERA" userId="b71f61fa-2a10-40af-a76c-06b5b43d475d" providerId="ADAL" clId="{CCE38196-6549-48A5-B8F0-4FE1DF2DB2E5}" dt="2026-07-27T13:41:14.808" v="1619"/>
          <ac:spMkLst>
            <pc:docMk/>
            <pc:sldMk cId="4089134023" sldId="311"/>
            <ac:spMk id="3" creationId="{9518DAED-776F-9599-6629-9A96F6171717}"/>
          </ac:spMkLst>
        </pc:spChg>
      </pc:sldChg>
      <pc:sldChg chg="modSp new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663064898" sldId="312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663064898" sldId="312"/>
            <ac:spMk id="2" creationId="{528FB57D-86A7-E657-8347-DBD8ADD787BF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663064898" sldId="312"/>
            <ac:spMk id="3" creationId="{B0812211-A655-DF5B-E603-53B08058BE5C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663064898" sldId="312"/>
            <ac:spMk id="4" creationId="{750B6563-4469-DAEC-7145-474EC694CFAB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663064898" sldId="312"/>
            <ac:spMk id="5" creationId="{965A35C0-347C-141D-5823-49FAFB7E8AC9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663064898" sldId="312"/>
            <ac:spMk id="6" creationId="{BBB60C46-7F22-12BC-2348-92DFDA8268E4}"/>
          </ac:spMkLst>
        </pc:spChg>
      </pc:sldChg>
      <pc:sldChg chg="modSp new add del mod">
        <pc:chgData name="DANIEL ALBERTO PEREZ MORERA" userId="b71f61fa-2a10-40af-a76c-06b5b43d475d" providerId="ADAL" clId="{CCE38196-6549-48A5-B8F0-4FE1DF2DB2E5}" dt="2026-07-27T13:57:32.511" v="1751" actId="47"/>
        <pc:sldMkLst>
          <pc:docMk/>
          <pc:sldMk cId="3810915930" sldId="313"/>
        </pc:sldMkLst>
        <pc:spChg chg="mod">
          <ac:chgData name="DANIEL ALBERTO PEREZ MORERA" userId="b71f61fa-2a10-40af-a76c-06b5b43d475d" providerId="ADAL" clId="{CCE38196-6549-48A5-B8F0-4FE1DF2DB2E5}" dt="2026-07-27T13:56:49.049" v="1740" actId="21"/>
          <ac:spMkLst>
            <pc:docMk/>
            <pc:sldMk cId="3810915930" sldId="313"/>
            <ac:spMk id="2" creationId="{A853DBEB-A702-436B-E1D9-B8CCEA45B63D}"/>
          </ac:spMkLst>
        </pc:spChg>
        <pc:spChg chg="mod">
          <ac:chgData name="DANIEL ALBERTO PEREZ MORERA" userId="b71f61fa-2a10-40af-a76c-06b5b43d475d" providerId="ADAL" clId="{CCE38196-6549-48A5-B8F0-4FE1DF2DB2E5}" dt="2026-07-27T13:56:38.434" v="1738" actId="27636"/>
          <ac:spMkLst>
            <pc:docMk/>
            <pc:sldMk cId="3810915930" sldId="313"/>
            <ac:spMk id="3" creationId="{E1D6D0B2-AC22-2DEB-AF40-354AD13C49A3}"/>
          </ac:spMkLst>
        </pc:spChg>
        <pc:spChg chg="mod">
          <ac:chgData name="DANIEL ALBERTO PEREZ MORERA" userId="b71f61fa-2a10-40af-a76c-06b5b43d475d" providerId="ADAL" clId="{CCE38196-6549-48A5-B8F0-4FE1DF2DB2E5}" dt="2026-07-27T13:56:38.427" v="1737" actId="27636"/>
          <ac:spMkLst>
            <pc:docMk/>
            <pc:sldMk cId="3810915930" sldId="313"/>
            <ac:spMk id="5" creationId="{BB50886F-DC1C-3CF6-CEC9-DD2A272F44DF}"/>
          </ac:spMkLst>
        </pc:spChg>
      </pc:sldChg>
      <pc:sldChg chg="addSp delSp modSp new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1618512541" sldId="314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618512541" sldId="314"/>
            <ac:spMk id="2" creationId="{B7051B79-3ED8-1F14-65E9-D5CA163B2E62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1618512541" sldId="314"/>
            <ac:spMk id="3" creationId="{8AB713B5-459F-7DFA-1BF2-792E6ED9AC2F}"/>
          </ac:spMkLst>
        </pc:spChg>
        <pc:spChg chg="del mod">
          <ac:chgData name="DANIEL ALBERTO PEREZ MORERA" userId="b71f61fa-2a10-40af-a76c-06b5b43d475d" providerId="ADAL" clId="{CCE38196-6549-48A5-B8F0-4FE1DF2DB2E5}" dt="2026-07-27T14:01:44.835" v="1767" actId="22"/>
          <ac:spMkLst>
            <pc:docMk/>
            <pc:sldMk cId="1618512541" sldId="314"/>
            <ac:spMk id="4" creationId="{C7CAA505-72F3-522B-A961-AD742553D387}"/>
          </ac:spMkLst>
        </pc:spChg>
        <pc:spChg chg="add del mod">
          <ac:chgData name="DANIEL ALBERTO PEREZ MORERA" userId="b71f61fa-2a10-40af-a76c-06b5b43d475d" providerId="ADAL" clId="{CCE38196-6549-48A5-B8F0-4FE1DF2DB2E5}" dt="2026-07-27T14:03:27.026" v="1798" actId="478"/>
          <ac:spMkLst>
            <pc:docMk/>
            <pc:sldMk cId="1618512541" sldId="314"/>
            <ac:spMk id="8" creationId="{8856EC41-C7B1-EDA6-A6AA-4741D4EB4B68}"/>
          </ac:spMkLst>
        </pc:spChg>
        <pc:picChg chg="add del mod ord">
          <ac:chgData name="DANIEL ALBERTO PEREZ MORERA" userId="b71f61fa-2a10-40af-a76c-06b5b43d475d" providerId="ADAL" clId="{CCE38196-6549-48A5-B8F0-4FE1DF2DB2E5}" dt="2026-07-27T14:03:05.510" v="1794" actId="478"/>
          <ac:picMkLst>
            <pc:docMk/>
            <pc:sldMk cId="1618512541" sldId="314"/>
            <ac:picMk id="6" creationId="{76362F03-619E-801A-37C1-82DE9A166C5D}"/>
          </ac:picMkLst>
        </pc:picChg>
        <pc:picChg chg="add mod">
          <ac:chgData name="DANIEL ALBERTO PEREZ MORERA" userId="b71f61fa-2a10-40af-a76c-06b5b43d475d" providerId="ADAL" clId="{CCE38196-6549-48A5-B8F0-4FE1DF2DB2E5}" dt="2026-07-27T14:04:29.292" v="1816" actId="1076"/>
          <ac:picMkLst>
            <pc:docMk/>
            <pc:sldMk cId="1618512541" sldId="314"/>
            <ac:picMk id="10" creationId="{EFF3D7F5-BB96-5B09-7AB0-45A1D915217F}"/>
          </ac:picMkLst>
        </pc:picChg>
        <pc:picChg chg="add mod">
          <ac:chgData name="DANIEL ALBERTO PEREZ MORERA" userId="b71f61fa-2a10-40af-a76c-06b5b43d475d" providerId="ADAL" clId="{CCE38196-6549-48A5-B8F0-4FE1DF2DB2E5}" dt="2026-07-27T14:04:31.583" v="1817" actId="1076"/>
          <ac:picMkLst>
            <pc:docMk/>
            <pc:sldMk cId="1618512541" sldId="314"/>
            <ac:picMk id="12" creationId="{A727A459-F1F5-AD8E-4664-7BCF43670C63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4187039970" sldId="315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4187039970" sldId="315"/>
            <ac:spMk id="2" creationId="{9CDA76B1-7A6B-9405-E128-A4C700AEDAEB}"/>
          </ac:spMkLst>
        </pc:spChg>
        <pc:spChg chg="del">
          <ac:chgData name="DANIEL ALBERTO PEREZ MORERA" userId="b71f61fa-2a10-40af-a76c-06b5b43d475d" providerId="ADAL" clId="{CCE38196-6549-48A5-B8F0-4FE1DF2DB2E5}" dt="2026-07-27T13:57:45.994" v="1754" actId="478"/>
          <ac:spMkLst>
            <pc:docMk/>
            <pc:sldMk cId="4187039970" sldId="315"/>
            <ac:spMk id="3" creationId="{AF76BF07-3E9D-687E-5D7A-6E8FB8CD283C}"/>
          </ac:spMkLst>
        </pc:spChg>
        <pc:spChg chg="add del mod">
          <ac:chgData name="DANIEL ALBERTO PEREZ MORERA" userId="b71f61fa-2a10-40af-a76c-06b5b43d475d" providerId="ADAL" clId="{CCE38196-6549-48A5-B8F0-4FE1DF2DB2E5}" dt="2026-07-27T13:57:49.474" v="1755" actId="478"/>
          <ac:spMkLst>
            <pc:docMk/>
            <pc:sldMk cId="4187039970" sldId="315"/>
            <ac:spMk id="5" creationId="{C7690F51-FAFE-236D-E6FD-E13FA20BAC55}"/>
          </ac:spMkLst>
        </pc:spChg>
      </pc:sldChg>
      <pc:sldChg chg="addSp delSp modSp new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2547365387" sldId="316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547365387" sldId="316"/>
            <ac:spMk id="2" creationId="{0926C549-CD27-B6B0-E058-AC0BA7BDE80B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2547365387" sldId="316"/>
            <ac:spMk id="3" creationId="{0BD7A08E-5D8B-07B1-EEF1-4A5467CC6053}"/>
          </ac:spMkLst>
        </pc:spChg>
        <pc:spChg chg="del mod">
          <ac:chgData name="DANIEL ALBERTO PEREZ MORERA" userId="b71f61fa-2a10-40af-a76c-06b5b43d475d" providerId="ADAL" clId="{CCE38196-6549-48A5-B8F0-4FE1DF2DB2E5}" dt="2026-07-27T14:07:42.165" v="1835" actId="22"/>
          <ac:spMkLst>
            <pc:docMk/>
            <pc:sldMk cId="2547365387" sldId="316"/>
            <ac:spMk id="4" creationId="{A768D919-DEF5-E483-B2B0-30931855EBC8}"/>
          </ac:spMkLst>
        </pc:spChg>
        <pc:picChg chg="add mod ord">
          <ac:chgData name="DANIEL ALBERTO PEREZ MORERA" userId="b71f61fa-2a10-40af-a76c-06b5b43d475d" providerId="ADAL" clId="{CCE38196-6549-48A5-B8F0-4FE1DF2DB2E5}" dt="2026-07-27T14:07:51.377" v="1837" actId="1076"/>
          <ac:picMkLst>
            <pc:docMk/>
            <pc:sldMk cId="2547365387" sldId="316"/>
            <ac:picMk id="6" creationId="{7D6FB46D-68D2-E21E-7C55-913E4BDB2D58}"/>
          </ac:picMkLst>
        </pc:picChg>
      </pc:sldChg>
      <pc:sldChg chg="addSp delSp modSp new mod">
        <pc:chgData name="DANIEL ALBERTO PEREZ MORERA" userId="b71f61fa-2a10-40af-a76c-06b5b43d475d" providerId="ADAL" clId="{CCE38196-6549-48A5-B8F0-4FE1DF2DB2E5}" dt="2026-07-27T14:25:28.020" v="1998" actId="790"/>
        <pc:sldMkLst>
          <pc:docMk/>
          <pc:sldMk cId="3658680561" sldId="317"/>
        </pc:sldMkLst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658680561" sldId="317"/>
            <ac:spMk id="2" creationId="{73369A51-1452-2C70-AC5B-72765A8F2186}"/>
          </ac:spMkLst>
        </pc:spChg>
        <pc:spChg chg="mod">
          <ac:chgData name="DANIEL ALBERTO PEREZ MORERA" userId="b71f61fa-2a10-40af-a76c-06b5b43d475d" providerId="ADAL" clId="{CCE38196-6549-48A5-B8F0-4FE1DF2DB2E5}" dt="2026-07-27T14:25:28.020" v="1998" actId="790"/>
          <ac:spMkLst>
            <pc:docMk/>
            <pc:sldMk cId="3658680561" sldId="317"/>
            <ac:spMk id="3" creationId="{84E34B0E-8F82-C6B4-12C1-A74847272FC4}"/>
          </ac:spMkLst>
        </pc:spChg>
        <pc:spChg chg="del">
          <ac:chgData name="DANIEL ALBERTO PEREZ MORERA" userId="b71f61fa-2a10-40af-a76c-06b5b43d475d" providerId="ADAL" clId="{CCE38196-6549-48A5-B8F0-4FE1DF2DB2E5}" dt="2026-07-27T14:14:00.867" v="1847" actId="22"/>
          <ac:spMkLst>
            <pc:docMk/>
            <pc:sldMk cId="3658680561" sldId="317"/>
            <ac:spMk id="4" creationId="{BF2BCF4F-35B1-84C2-3EE5-3497F38EAF28}"/>
          </ac:spMkLst>
        </pc:spChg>
        <pc:spChg chg="add del mod">
          <ac:chgData name="DANIEL ALBERTO PEREZ MORERA" userId="b71f61fa-2a10-40af-a76c-06b5b43d475d" providerId="ADAL" clId="{CCE38196-6549-48A5-B8F0-4FE1DF2DB2E5}" dt="2026-07-27T14:14:36.727" v="1850" actId="22"/>
          <ac:spMkLst>
            <pc:docMk/>
            <pc:sldMk cId="3658680561" sldId="317"/>
            <ac:spMk id="8" creationId="{E9C6DB18-3EA4-DEE0-F40A-7C62546F79DF}"/>
          </ac:spMkLst>
        </pc:spChg>
        <pc:spChg chg="add del mod">
          <ac:chgData name="DANIEL ALBERTO PEREZ MORERA" userId="b71f61fa-2a10-40af-a76c-06b5b43d475d" providerId="ADAL" clId="{CCE38196-6549-48A5-B8F0-4FE1DF2DB2E5}" dt="2026-07-27T14:18:45.983" v="1877" actId="22"/>
          <ac:spMkLst>
            <pc:docMk/>
            <pc:sldMk cId="3658680561" sldId="317"/>
            <ac:spMk id="12" creationId="{01C75894-62E2-B655-8C40-13C6FFB3EF7C}"/>
          </ac:spMkLst>
        </pc:spChg>
        <pc:spChg chg="add del mod">
          <ac:chgData name="DANIEL ALBERTO PEREZ MORERA" userId="b71f61fa-2a10-40af-a76c-06b5b43d475d" providerId="ADAL" clId="{CCE38196-6549-48A5-B8F0-4FE1DF2DB2E5}" dt="2026-07-27T14:19:12.584" v="1879" actId="22"/>
          <ac:spMkLst>
            <pc:docMk/>
            <pc:sldMk cId="3658680561" sldId="317"/>
            <ac:spMk id="18" creationId="{E32F8962-4CA3-B93E-1FF2-BE728FD9FB2C}"/>
          </ac:spMkLst>
        </pc:spChg>
        <pc:spChg chg="add del mod">
          <ac:chgData name="DANIEL ALBERTO PEREZ MORERA" userId="b71f61fa-2a10-40af-a76c-06b5b43d475d" providerId="ADAL" clId="{CCE38196-6549-48A5-B8F0-4FE1DF2DB2E5}" dt="2026-07-27T14:19:22.942" v="1881" actId="22"/>
          <ac:spMkLst>
            <pc:docMk/>
            <pc:sldMk cId="3658680561" sldId="317"/>
            <ac:spMk id="22" creationId="{DF523B38-5757-30CB-87B4-B566A4EF1E3D}"/>
          </ac:spMkLst>
        </pc:spChg>
        <pc:picChg chg="add del mod ord">
          <ac:chgData name="DANIEL ALBERTO PEREZ MORERA" userId="b71f61fa-2a10-40af-a76c-06b5b43d475d" providerId="ADAL" clId="{CCE38196-6549-48A5-B8F0-4FE1DF2DB2E5}" dt="2026-07-27T14:14:34.659" v="1849" actId="478"/>
          <ac:picMkLst>
            <pc:docMk/>
            <pc:sldMk cId="3658680561" sldId="317"/>
            <ac:picMk id="6" creationId="{65C4B286-3241-68DD-3D3E-3573394EA151}"/>
          </ac:picMkLst>
        </pc:picChg>
        <pc:picChg chg="add del mod ord">
          <ac:chgData name="DANIEL ALBERTO PEREZ MORERA" userId="b71f61fa-2a10-40af-a76c-06b5b43d475d" providerId="ADAL" clId="{CCE38196-6549-48A5-B8F0-4FE1DF2DB2E5}" dt="2026-07-27T14:18:42.453" v="1874" actId="478"/>
          <ac:picMkLst>
            <pc:docMk/>
            <pc:sldMk cId="3658680561" sldId="317"/>
            <ac:picMk id="10" creationId="{4368C852-AB08-C8C0-0FF7-E2CB7B3D99CA}"/>
          </ac:picMkLst>
        </pc:picChg>
        <pc:picChg chg="add del">
          <ac:chgData name="DANIEL ALBERTO PEREZ MORERA" userId="b71f61fa-2a10-40af-a76c-06b5b43d475d" providerId="ADAL" clId="{CCE38196-6549-48A5-B8F0-4FE1DF2DB2E5}" dt="2026-07-27T14:18:44.516" v="1876" actId="22"/>
          <ac:picMkLst>
            <pc:docMk/>
            <pc:sldMk cId="3658680561" sldId="317"/>
            <ac:picMk id="14" creationId="{3C9CFD9C-FE61-13AF-0151-4B22CEE4BC06}"/>
          </ac:picMkLst>
        </pc:picChg>
        <pc:picChg chg="add del mod ord">
          <ac:chgData name="DANIEL ALBERTO PEREZ MORERA" userId="b71f61fa-2a10-40af-a76c-06b5b43d475d" providerId="ADAL" clId="{CCE38196-6549-48A5-B8F0-4FE1DF2DB2E5}" dt="2026-07-27T14:19:10.844" v="1878" actId="478"/>
          <ac:picMkLst>
            <pc:docMk/>
            <pc:sldMk cId="3658680561" sldId="317"/>
            <ac:picMk id="16" creationId="{83EFDEF7-FB6A-A273-71CD-ADAB4A14E008}"/>
          </ac:picMkLst>
        </pc:picChg>
        <pc:picChg chg="add del mod ord">
          <ac:chgData name="DANIEL ALBERTO PEREZ MORERA" userId="b71f61fa-2a10-40af-a76c-06b5b43d475d" providerId="ADAL" clId="{CCE38196-6549-48A5-B8F0-4FE1DF2DB2E5}" dt="2026-07-27T14:19:21.072" v="1880" actId="478"/>
          <ac:picMkLst>
            <pc:docMk/>
            <pc:sldMk cId="3658680561" sldId="317"/>
            <ac:picMk id="20" creationId="{861A1C9D-5957-EA3B-8014-64FAB9AEE9FA}"/>
          </ac:picMkLst>
        </pc:picChg>
        <pc:picChg chg="add mod ord">
          <ac:chgData name="DANIEL ALBERTO PEREZ MORERA" userId="b71f61fa-2a10-40af-a76c-06b5b43d475d" providerId="ADAL" clId="{CCE38196-6549-48A5-B8F0-4FE1DF2DB2E5}" dt="2026-07-27T14:19:25.781" v="1882" actId="14100"/>
          <ac:picMkLst>
            <pc:docMk/>
            <pc:sldMk cId="3658680561" sldId="317"/>
            <ac:picMk id="24" creationId="{986FE29E-836E-4D74-9818-D881CB7DEDD1}"/>
          </ac:picMkLst>
        </pc:picChg>
      </pc:sldChg>
      <pc:sldChg chg="new del">
        <pc:chgData name="DANIEL ALBERTO PEREZ MORERA" userId="b71f61fa-2a10-40af-a76c-06b5b43d475d" providerId="ADAL" clId="{CCE38196-6549-48A5-B8F0-4FE1DF2DB2E5}" dt="2026-07-27T14:19:40.433" v="1883" actId="47"/>
        <pc:sldMkLst>
          <pc:docMk/>
          <pc:sldMk cId="2289285532" sldId="31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20E674-426E-4441-A8BE-B93A953CE6E7}">
      <dgm:prSet/>
      <dgm:spPr/>
      <dgm:t>
        <a:bodyPr/>
        <a:lstStyle/>
        <a:p>
          <a:r>
            <a:rPr lang="es-CR" noProof="0" dirty="0"/>
            <a:t>La herencia permite  que una clase (llamada clase hija) derive atributos y métodos de otra clase (llamada clase padre). 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ED8A7F55-4929-49B3-A2A0-A82745BA64D5}">
      <dgm:prSet/>
      <dgm:spPr/>
      <dgm:t>
        <a:bodyPr/>
        <a:lstStyle/>
        <a:p>
          <a:r>
            <a:rPr lang="es-CR" noProof="0" dirty="0"/>
            <a:t>Esta característica es fundamental para la reutilización del código  y simplifica el mantenimiento, facilitando la construcción de programas escalables y eficientes.</a:t>
          </a:r>
        </a:p>
      </dgm:t>
    </dgm:pt>
    <dgm:pt modelId="{A87AC719-84F6-4D1A-A8D0-73D03D899346}" type="parTrans" cxnId="{37FE7190-8775-46AD-AB77-03295FB93673}">
      <dgm:prSet/>
      <dgm:spPr/>
      <dgm:t>
        <a:bodyPr/>
        <a:lstStyle/>
        <a:p>
          <a:endParaRPr lang="en-US"/>
        </a:p>
      </dgm:t>
    </dgm:pt>
    <dgm:pt modelId="{C81DA3A3-2D9A-4FC2-9D52-36E9D2BAB36A}" type="sibTrans" cxnId="{37FE7190-8775-46AD-AB77-03295FB93673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54FDFFA4-5D57-47A7-8694-6BCB8CD387C6}" type="pres">
      <dgm:prSet presAssocID="{ED8A7F55-4929-49B3-A2A0-A82745BA64D5}" presName="hierRoot1" presStyleCnt="0"/>
      <dgm:spPr/>
    </dgm:pt>
    <dgm:pt modelId="{E0FDA1EC-8FD9-4371-AE00-09ED38EE93FF}" type="pres">
      <dgm:prSet presAssocID="{ED8A7F55-4929-49B3-A2A0-A82745BA64D5}" presName="composite" presStyleCnt="0"/>
      <dgm:spPr/>
    </dgm:pt>
    <dgm:pt modelId="{FEFA197A-2A6E-460A-BCEF-854487BE1031}" type="pres">
      <dgm:prSet presAssocID="{ED8A7F55-4929-49B3-A2A0-A82745BA64D5}" presName="background" presStyleLbl="node0" presStyleIdx="1" presStyleCnt="2"/>
      <dgm:spPr/>
    </dgm:pt>
    <dgm:pt modelId="{72AB1257-4687-4E89-A348-E3A8B54CFB6D}" type="pres">
      <dgm:prSet presAssocID="{ED8A7F55-4929-49B3-A2A0-A82745BA64D5}" presName="text" presStyleLbl="fgAcc0" presStyleIdx="1" presStyleCnt="2">
        <dgm:presLayoutVars>
          <dgm:chPref val="3"/>
        </dgm:presLayoutVars>
      </dgm:prSet>
      <dgm:spPr/>
    </dgm:pt>
    <dgm:pt modelId="{B53479DF-4E9C-479F-8961-C36CE17B281B}" type="pres">
      <dgm:prSet presAssocID="{ED8A7F55-4929-49B3-A2A0-A82745BA64D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C7F71A59-2AD3-4AAA-879D-02675A06EF9C}" type="presOf" srcId="{ED8A7F55-4929-49B3-A2A0-A82745BA64D5}" destId="{72AB1257-4687-4E89-A348-E3A8B54CFB6D}" srcOrd="0" destOrd="0" presId="urn:microsoft.com/office/officeart/2005/8/layout/hierarchy1"/>
    <dgm:cxn modelId="{37FE7190-8775-46AD-AB77-03295FB93673}" srcId="{459C873E-1B8F-4430-B470-ADE7F1CEE06F}" destId="{ED8A7F55-4929-49B3-A2A0-A82745BA64D5}" srcOrd="1" destOrd="0" parTransId="{A87AC719-84F6-4D1A-A8D0-73D03D899346}" sibTransId="{C81DA3A3-2D9A-4FC2-9D52-36E9D2BAB36A}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311D1A5D-9452-447C-B931-F05AAB34F61E}" type="presParOf" srcId="{AFA9567D-F5E6-4484-86CE-614B07475BBC}" destId="{54FDFFA4-5D57-47A7-8694-6BCB8CD387C6}" srcOrd="1" destOrd="0" presId="urn:microsoft.com/office/officeart/2005/8/layout/hierarchy1"/>
    <dgm:cxn modelId="{2500527C-53DE-45E7-A494-D6A31A774CAC}" type="presParOf" srcId="{54FDFFA4-5D57-47A7-8694-6BCB8CD387C6}" destId="{E0FDA1EC-8FD9-4371-AE00-09ED38EE93FF}" srcOrd="0" destOrd="0" presId="urn:microsoft.com/office/officeart/2005/8/layout/hierarchy1"/>
    <dgm:cxn modelId="{1664A3E3-27F4-4C9D-9330-24F63E80FB96}" type="presParOf" srcId="{E0FDA1EC-8FD9-4371-AE00-09ED38EE93FF}" destId="{FEFA197A-2A6E-460A-BCEF-854487BE1031}" srcOrd="0" destOrd="0" presId="urn:microsoft.com/office/officeart/2005/8/layout/hierarchy1"/>
    <dgm:cxn modelId="{C70198F3-7A28-45D1-BD27-DEECEDCEA1FB}" type="presParOf" srcId="{E0FDA1EC-8FD9-4371-AE00-09ED38EE93FF}" destId="{72AB1257-4687-4E89-A348-E3A8B54CFB6D}" srcOrd="1" destOrd="0" presId="urn:microsoft.com/office/officeart/2005/8/layout/hierarchy1"/>
    <dgm:cxn modelId="{1C934F4D-7F1E-402B-88B8-F7BB5A735CB5}" type="presParOf" srcId="{54FDFFA4-5D57-47A7-8694-6BCB8CD387C6}" destId="{B53479DF-4E9C-479F-8961-C36CE17B28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La herencia permite  que una clase (llamada clase hija) derive atributos y métodos de otra clase (llamada clase padre). </a:t>
          </a:r>
        </a:p>
      </dsp:txBody>
      <dsp:txXfrm>
        <a:off x="560236" y="832323"/>
        <a:ext cx="4149382" cy="2576345"/>
      </dsp:txXfrm>
    </dsp:sp>
    <dsp:sp modelId="{FEFA197A-2A6E-460A-BCEF-854487BE103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B1257-4687-4E89-A348-E3A8B54CFB6D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Esta característica es fundamental para la reutilización del código  y simplifica el mantenimiento, facilitando la construcción de programas escalables y eficientes.</a:t>
          </a:r>
        </a:p>
      </dsp:txBody>
      <dsp:txXfrm>
        <a:off x="5827635" y="832323"/>
        <a:ext cx="4149382" cy="2576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CR" noProof="0" dirty="0"/>
              <a:t>Herencia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noProof="0" dirty="0"/>
              <a:t>Bach. Daniel Pérez Morera</a:t>
            </a:r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Herencia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9AF9844-44B7-FB1C-EEB5-4DAEC1DC7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32306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4425B-2296-08C4-A504-6CF34C39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577784-F419-2506-E021-C29A1BE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F50179-FCC6-27E2-645E-8570017AA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D4835-ACAF-D1EC-277D-2B538C10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22" y="2214647"/>
            <a:ext cx="3084844" cy="2428706"/>
          </a:xfrm>
        </p:spPr>
        <p:txBody>
          <a:bodyPr anchor="ctr">
            <a:normAutofit/>
          </a:bodyPr>
          <a:lstStyle/>
          <a:p>
            <a:pPr algn="ctr"/>
            <a:r>
              <a:rPr lang="es-CR" sz="3600" b="1" noProof="0" dirty="0">
                <a:solidFill>
                  <a:srgbClr val="FFFFFF"/>
                </a:solidFill>
              </a:rPr>
              <a:t>Herencia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DACB59-BDE2-B0C9-E5C3-7D243CE20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 noProof="0" dirty="0"/>
          </a:p>
        </p:txBody>
      </p:sp>
      <p:pic>
        <p:nvPicPr>
          <p:cNvPr id="11" name="Imagen 10" descr="Programación Orientada a Objetos II - IUCMC: HERENCIA - POO">
            <a:extLst>
              <a:ext uri="{FF2B5EF4-FFF2-40B4-BE49-F238E27FC236}">
                <a16:creationId xmlns:a16="http://schemas.microsoft.com/office/drawing/2014/main" id="{4FAF6BED-0822-C4AB-4C7F-A635C8326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157" y="1065176"/>
            <a:ext cx="3986781" cy="43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9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BCC3E-8742-532B-55F1-E1FDB3A9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Tipos de Herencias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8B4370-059C-431E-5503-9E8D5A18D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Herencia única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0A6F0D-5AA3-F452-90CB-26C682C8F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Herencia múltiple</a:t>
            </a: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2794EBE5-6E06-182C-D8DC-1523DABF16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30165" y="2582863"/>
            <a:ext cx="3472307" cy="3286125"/>
          </a:xfrm>
          <a:prstGeom prst="rect">
            <a:avLst/>
          </a:prstGeom>
        </p:spPr>
      </p:pic>
      <p:pic>
        <p:nvPicPr>
          <p:cNvPr id="22" name="Marcador de contenido 21">
            <a:extLst>
              <a:ext uri="{FF2B5EF4-FFF2-40B4-BE49-F238E27FC236}">
                <a16:creationId xmlns:a16="http://schemas.microsoft.com/office/drawing/2014/main" id="{F091B22F-13C7-3CB1-C2F2-5A2158A51A0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59761" y="2582863"/>
            <a:ext cx="4054078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B9AF-6E48-4CED-E19C-DF7A2016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D0301-05C6-1DD4-B092-5B956864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Tipos de Herencias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41ADD4-D02A-BF65-1973-E813A0F50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Herencia multinivel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D2154A9-8186-4B01-5FB2-DAB754DFA5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83259" y="2582863"/>
            <a:ext cx="3766120" cy="3286125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F7C78-14CF-374E-C1A5-D808C5591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Herencia jerárquica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F59CC65D-2AF7-B267-150B-E35B7AB1864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52224" y="2582863"/>
            <a:ext cx="4269153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3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A136F-CFEB-EC96-A990-4A036F21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FA024-C16B-BD50-A44F-05A538E8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Tipos de Herencias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896735-A649-E1B8-C773-56282CF73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0273" y="1895213"/>
            <a:ext cx="4937760" cy="736282"/>
          </a:xfrm>
        </p:spPr>
        <p:txBody>
          <a:bodyPr/>
          <a:lstStyle/>
          <a:p>
            <a:r>
              <a:rPr lang="es-CR" noProof="0" dirty="0"/>
              <a:t>Herencia híbrida</a:t>
            </a:r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2DE153A4-4917-27AC-F08B-0437A0C9BE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14270" y="2436784"/>
            <a:ext cx="476346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5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7F882-D030-7EAA-3E12-40ABCE0E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Crear una clase padre y una clase hija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E17918-7373-FB21-923F-4F2E8BE03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Crear la clase padre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EB5F98-9335-805A-B623-47ACB36C5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Crear la clase hija</a:t>
            </a: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E631BB86-0ED8-1281-ABC9-35B11430346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18238" y="3251324"/>
            <a:ext cx="4937125" cy="1949202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2FEE843D-27EF-16EA-2FE6-096AF138FB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96963" y="2980273"/>
            <a:ext cx="4938712" cy="249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61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FB57D-86A7-E657-8347-DBD8ADD7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Ventajas y limitaciones de la herencia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812211-A655-DF5B-E603-53B08058B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R" sz="2800" noProof="0" dirty="0"/>
              <a:t>Ventajas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0B6563-4469-DAEC-7145-474EC694CF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s-CR" b="1" noProof="0" dirty="0"/>
              <a:t>Reutilización:</a:t>
            </a:r>
            <a:r>
              <a:rPr lang="es-CR" noProof="0" dirty="0"/>
              <a:t> Con la herencia puedes escribir código una vez en la clase padre y reutilizarlo en las clases hijas. </a:t>
            </a:r>
          </a:p>
          <a:p>
            <a:pPr lvl="1"/>
            <a:r>
              <a:rPr lang="es-CR" b="1" noProof="0" dirty="0"/>
              <a:t>Simplicidad:</a:t>
            </a:r>
            <a:r>
              <a:rPr lang="es-CR" noProof="0" dirty="0"/>
              <a:t> La herencia modela las relaciones con claridad.</a:t>
            </a:r>
          </a:p>
          <a:p>
            <a:pPr lvl="1"/>
            <a:r>
              <a:rPr lang="es-CR" b="1" noProof="0" dirty="0"/>
              <a:t>Escalabilidad: </a:t>
            </a:r>
            <a:r>
              <a:rPr lang="es-CR" noProof="0" dirty="0"/>
              <a:t>También añade nuevas funciones o clases hijo sin afectar al código existente.</a:t>
            </a:r>
          </a:p>
          <a:p>
            <a:br>
              <a:rPr lang="es-CR" noProof="0" dirty="0"/>
            </a:br>
            <a:endParaRPr lang="es-CR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5A35C0-347C-141D-5823-49FAFB7E8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sz="2800" noProof="0" dirty="0"/>
              <a:t>limitaciones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B60C46-7F22-12BC-2348-92DFDA8268E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1"/>
            <a:r>
              <a:rPr lang="es-CR" b="1" noProof="0" dirty="0"/>
              <a:t>Complejidad: </a:t>
            </a:r>
            <a:r>
              <a:rPr lang="es-CR" noProof="0" dirty="0"/>
              <a:t>Demasiados niveles de herencia pueden hacer que el código sea difícil de seguir.</a:t>
            </a:r>
          </a:p>
          <a:p>
            <a:pPr lvl="1"/>
            <a:r>
              <a:rPr lang="es-CR" b="1" noProof="0" dirty="0"/>
              <a:t>Dependencia: </a:t>
            </a:r>
            <a:r>
              <a:rPr lang="es-CR" noProof="0" dirty="0"/>
              <a:t>Los cambios en una clase padre pueden afectar involuntariamente a todas las subclases.</a:t>
            </a:r>
          </a:p>
          <a:p>
            <a:pPr lvl="1"/>
            <a:r>
              <a:rPr lang="es-CR" b="1" noProof="0" dirty="0"/>
              <a:t>Uso indebido: </a:t>
            </a:r>
            <a:r>
              <a:rPr lang="es-CR" noProof="0" dirty="0"/>
              <a:t>Utilizar la herencia cuando no es lo más adecuado puede complicar los diseños.</a:t>
            </a:r>
          </a:p>
          <a:p>
            <a:br>
              <a:rPr lang="es-CR" noProof="0" dirty="0"/>
            </a:br>
            <a:endParaRPr lang="es-CR" noProof="0" dirty="0"/>
          </a:p>
        </p:txBody>
      </p:sp>
    </p:spTree>
    <p:extLst>
      <p:ext uri="{BB962C8B-B14F-4D97-AF65-F5344CB8AC3E}">
        <p14:creationId xmlns:p14="http://schemas.microsoft.com/office/powerpoint/2010/main" val="66306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7637-5362-068B-52DB-0A0B88A3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76B1-7A6B-9405-E128-A4C700AEDA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just"/>
            <a:r>
              <a:rPr lang="es-CR" sz="7200" noProof="0" dirty="0"/>
              <a:t>Técnicas avanzadas de herencia en Python</a:t>
            </a:r>
          </a:p>
        </p:txBody>
      </p:sp>
    </p:spTree>
    <p:extLst>
      <p:ext uri="{BB962C8B-B14F-4D97-AF65-F5344CB8AC3E}">
        <p14:creationId xmlns:p14="http://schemas.microsoft.com/office/powerpoint/2010/main" val="418703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51B79-3ED8-1F14-65E9-D5CA163B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noProof="0" dirty="0"/>
              <a:t>Sobrescribir métodos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B713B5-459F-7DFA-1BF2-792E6ED9A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3974" y="1961930"/>
            <a:ext cx="4067573" cy="1842010"/>
          </a:xfrm>
        </p:spPr>
        <p:txBody>
          <a:bodyPr>
            <a:normAutofit fontScale="25000" lnSpcReduction="20000"/>
          </a:bodyPr>
          <a:lstStyle/>
          <a:p>
            <a:r>
              <a:rPr lang="es-CR" sz="8000" noProof="0" dirty="0"/>
              <a:t>Permite a una clase hija proporcionar una implementación específica para un método ya definido en su clase padre. </a:t>
            </a:r>
          </a:p>
          <a:p>
            <a:r>
              <a:rPr lang="es-CR" sz="8000" noProof="0" dirty="0"/>
              <a:t>Esto es útil cuando el comportamiento heredado no cumple totalmente los requisitos de la clase hija.</a:t>
            </a:r>
          </a:p>
          <a:p>
            <a:br>
              <a:rPr lang="es-CR" noProof="0" dirty="0"/>
            </a:br>
            <a:endParaRPr lang="es-CR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FF3D7F5-BB96-5B09-7AB0-45A1D9152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34" y="4028510"/>
            <a:ext cx="5259666" cy="218365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727A459-F1F5-AD8E-4664-7BCF43670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919" y="2352094"/>
            <a:ext cx="5249277" cy="335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1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6C549-CD27-B6B0-E058-AC0BA7BD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Inicialización de los padres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D7A08E-5D8B-07B1-EEF1-4A5467CC60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CR" noProof="0" dirty="0"/>
              <a:t>La función super() se utiliza para llamar a métodos de la clase padre desde la clase hija. </a:t>
            </a:r>
          </a:p>
          <a:p>
            <a:r>
              <a:rPr lang="es-CR" noProof="0" dirty="0"/>
              <a:t>Entonces, ¿por qué utilizamos la función super()? Utilizamos la función super porque queremos llamar e inicializar el constructor de la clase  padre.</a:t>
            </a:r>
            <a:br>
              <a:rPr lang="es-CR" noProof="0" dirty="0"/>
            </a:br>
            <a:endParaRPr lang="es-CR" noProof="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D6FB46D-68D2-E21E-7C55-913E4BDB2D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56962" y="1845734"/>
            <a:ext cx="5268934" cy="418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65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69A51-1452-2C70-AC5B-72765A8F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Polimorfismo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E34B0E-8F82-C6B4-12C1-A74847272F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R" noProof="0" dirty="0"/>
              <a:t>Polimorfismo significa que distintas clases utilicen el mismo nombre de método, pero cada una puede implementar ese método de forma distinta. </a:t>
            </a:r>
          </a:p>
          <a:p>
            <a:pPr marL="0" indent="0">
              <a:buNone/>
            </a:pPr>
            <a:r>
              <a:rPr lang="es-CR" noProof="0" dirty="0"/>
              <a:t>El polimorfismo nos ayuda a escribir código que puede funcionar con objetos de clases diferentes, aunque esas clases tengan comportamientos distintos</a:t>
            </a:r>
          </a:p>
        </p:txBody>
      </p:sp>
      <p:pic>
        <p:nvPicPr>
          <p:cNvPr id="24" name="Marcador de contenido 23">
            <a:extLst>
              <a:ext uri="{FF2B5EF4-FFF2-40B4-BE49-F238E27FC236}">
                <a16:creationId xmlns:a16="http://schemas.microsoft.com/office/drawing/2014/main" id="{986FE29E-836E-4D74-9818-D881CB7DED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8238" y="2235571"/>
            <a:ext cx="5529766" cy="363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80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noProof="0" dirty="0"/>
              <a:t>Actividad 2:</a:t>
            </a:r>
            <a:r>
              <a:rPr lang="es-CR" noProof="0" dirty="0"/>
              <a:t> Sistema de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27601" cy="4023359"/>
          </a:xfrm>
        </p:spPr>
        <p:txBody>
          <a:bodyPr>
            <a:normAutofit/>
          </a:bodyPr>
          <a:lstStyle/>
          <a:p>
            <a:r>
              <a:rPr lang="es-CR" noProof="0" dirty="0"/>
              <a:t>Una universidad desea desarrollar un sistema sencillo para administrar la información de las personas que forman parte de la institución. Utilice los conceptos de </a:t>
            </a:r>
            <a:r>
              <a:rPr lang="es-CR" b="1" noProof="0" dirty="0"/>
              <a:t>herencia</a:t>
            </a:r>
            <a:r>
              <a:rPr lang="es-CR" noProof="0" dirty="0"/>
              <a:t> para implementar la siguiente solución.</a:t>
            </a:r>
          </a:p>
          <a:p>
            <a:r>
              <a:rPr lang="es-CR" b="1" noProof="0" dirty="0"/>
              <a:t>Requisitos:</a:t>
            </a:r>
            <a:endParaRPr lang="es-CR" noProof="0" dirty="0"/>
          </a:p>
          <a:p>
            <a:pPr lvl="1"/>
            <a:r>
              <a:rPr lang="es-CR" noProof="0" dirty="0"/>
              <a:t>Cree una clase </a:t>
            </a:r>
            <a:r>
              <a:rPr lang="es-CR" b="1" noProof="0" dirty="0"/>
              <a:t>Persona</a:t>
            </a:r>
            <a:r>
              <a:rPr lang="es-CR" noProof="0" dirty="0"/>
              <a:t> con los atributos: </a:t>
            </a:r>
          </a:p>
          <a:p>
            <a:pPr lvl="2"/>
            <a:r>
              <a:rPr lang="es-CR" noProof="0" dirty="0"/>
              <a:t>nombre </a:t>
            </a:r>
          </a:p>
          <a:p>
            <a:pPr lvl="2"/>
            <a:r>
              <a:rPr lang="es-CR" noProof="0" dirty="0"/>
              <a:t>identificación </a:t>
            </a:r>
          </a:p>
          <a:p>
            <a:pPr lvl="1"/>
            <a:r>
              <a:rPr lang="es-CR" noProof="0" dirty="0"/>
              <a:t>Agregue el método </a:t>
            </a:r>
            <a:r>
              <a:rPr lang="es-CR" b="1" noProof="0" dirty="0" err="1"/>
              <a:t>obtener_detalles</a:t>
            </a:r>
            <a:r>
              <a:rPr lang="es-CR" b="1" noProof="0" dirty="0"/>
              <a:t>()</a:t>
            </a:r>
            <a:r>
              <a:rPr lang="es-CR" noProof="0" dirty="0"/>
              <a:t> que devuelva la información de la persona. </a:t>
            </a:r>
          </a:p>
          <a:p>
            <a:pPr lvl="1"/>
            <a:r>
              <a:rPr lang="es-CR" noProof="0" dirty="0"/>
              <a:t>Cree una clase </a:t>
            </a:r>
            <a:r>
              <a:rPr lang="es-CR" b="1" noProof="0" dirty="0"/>
              <a:t>Estudiante</a:t>
            </a:r>
            <a:r>
              <a:rPr lang="es-CR" noProof="0" dirty="0"/>
              <a:t> que herede de Persona e incluya el atributo carrera.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687C0E-691B-B645-B7C4-6B3824BDED19}"/>
              </a:ext>
            </a:extLst>
          </p:cNvPr>
          <p:cNvSpPr txBox="1">
            <a:spLocks/>
          </p:cNvSpPr>
          <p:nvPr/>
        </p:nvSpPr>
        <p:spPr>
          <a:xfrm>
            <a:off x="6167120" y="1845733"/>
            <a:ext cx="4927601" cy="402335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CR" noProof="0" dirty="0"/>
              <a:t>Cree una clase </a:t>
            </a:r>
            <a:r>
              <a:rPr lang="es-CR" b="1" noProof="0" dirty="0"/>
              <a:t>Profesor</a:t>
            </a:r>
            <a:r>
              <a:rPr lang="es-CR" noProof="0" dirty="0"/>
              <a:t> que herede de Persona e incluya el atributo departamento. </a:t>
            </a:r>
          </a:p>
          <a:p>
            <a:pPr lvl="1"/>
            <a:r>
              <a:rPr lang="es-CR" noProof="0" dirty="0"/>
              <a:t>Sobrescriba el método </a:t>
            </a:r>
            <a:r>
              <a:rPr lang="es-CR" b="1" noProof="0" dirty="0" err="1"/>
              <a:t>obtener_detalles</a:t>
            </a:r>
            <a:r>
              <a:rPr lang="es-CR" b="1" noProof="0" dirty="0"/>
              <a:t>()</a:t>
            </a:r>
            <a:r>
              <a:rPr lang="es-CR" noProof="0" dirty="0"/>
              <a:t> en las clases Estudiante y Profesor. </a:t>
            </a:r>
          </a:p>
          <a:p>
            <a:pPr lvl="1"/>
            <a:r>
              <a:rPr lang="es-CR" noProof="0" dirty="0"/>
              <a:t>Implemente una función llamada </a:t>
            </a:r>
            <a:r>
              <a:rPr lang="es-CR" b="1" noProof="0" dirty="0" err="1"/>
              <a:t>imprimir_detalles</a:t>
            </a:r>
            <a:r>
              <a:rPr lang="es-CR" b="1" noProof="0" dirty="0"/>
              <a:t>(persona)</a:t>
            </a:r>
            <a:r>
              <a:rPr lang="es-CR" noProof="0" dirty="0"/>
              <a:t> que reciba un objeto e imprima el resultado de </a:t>
            </a:r>
            <a:r>
              <a:rPr lang="es-CR" noProof="0" dirty="0" err="1"/>
              <a:t>obtener_detalles</a:t>
            </a:r>
            <a:r>
              <a:rPr lang="es-CR" noProof="0" dirty="0"/>
              <a:t>(). </a:t>
            </a:r>
          </a:p>
          <a:p>
            <a:pPr lvl="1"/>
            <a:r>
              <a:rPr lang="es-CR" noProof="0" dirty="0"/>
              <a:t>En el programa principal: </a:t>
            </a:r>
          </a:p>
          <a:p>
            <a:pPr lvl="2"/>
            <a:r>
              <a:rPr lang="es-CR" noProof="0" dirty="0"/>
              <a:t>Cree </a:t>
            </a:r>
            <a:r>
              <a:rPr lang="es-CR" b="1" noProof="0" dirty="0"/>
              <a:t>2 estudiantes</a:t>
            </a:r>
            <a:r>
              <a:rPr lang="es-CR" noProof="0" dirty="0"/>
              <a:t> y </a:t>
            </a:r>
            <a:r>
              <a:rPr lang="es-CR" b="1" noProof="0" dirty="0"/>
              <a:t>2 profesores</a:t>
            </a:r>
            <a:r>
              <a:rPr lang="es-CR" noProof="0" dirty="0"/>
              <a:t>. </a:t>
            </a:r>
          </a:p>
          <a:p>
            <a:pPr lvl="2"/>
            <a:r>
              <a:rPr lang="es-CR" noProof="0" dirty="0"/>
              <a:t>Guarde todos los objetos en una lista. </a:t>
            </a:r>
          </a:p>
          <a:p>
            <a:pPr lvl="2"/>
            <a:r>
              <a:rPr lang="es-CR" noProof="0" dirty="0"/>
              <a:t>Recorra la lista utilizando un ciclo </a:t>
            </a:r>
            <a:r>
              <a:rPr lang="es-CR" noProof="0" dirty="0" err="1"/>
              <a:t>for</a:t>
            </a:r>
            <a:r>
              <a:rPr lang="es-CR" noProof="0" dirty="0"/>
              <a:t> e imprima la información de cada objeto. </a:t>
            </a:r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345</TotalTime>
  <Words>500</Words>
  <Application>Microsoft Office PowerPoint</Application>
  <PresentationFormat>Panorámica</PresentationFormat>
  <Paragraphs>54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Calibri</vt:lpstr>
      <vt:lpstr>Calibri Light</vt:lpstr>
      <vt:lpstr>Retrospect</vt:lpstr>
      <vt:lpstr>Herencia</vt:lpstr>
      <vt:lpstr>Herencia</vt:lpstr>
      <vt:lpstr>Herencia</vt:lpstr>
      <vt:lpstr>Tipos de Herencias</vt:lpstr>
      <vt:lpstr>Tipos de Herencias</vt:lpstr>
      <vt:lpstr>Tipos de Herencias</vt:lpstr>
      <vt:lpstr>Crear una clase padre y una clase hija</vt:lpstr>
      <vt:lpstr>Ventajas y limitaciones de la herencia</vt:lpstr>
      <vt:lpstr>Técnicas avanzadas de herencia en Python</vt:lpstr>
      <vt:lpstr>Sobrescribir métodos</vt:lpstr>
      <vt:lpstr>Inicialización de los padres</vt:lpstr>
      <vt:lpstr>Polimorfismo</vt:lpstr>
      <vt:lpstr>Actividad 2: Sistema de Personas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2026-07-27T14:26:02Z</dcterms:modified>
</cp:coreProperties>
</file>