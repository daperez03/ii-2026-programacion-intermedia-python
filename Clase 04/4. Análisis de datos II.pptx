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6" r:id="rId2"/>
    <p:sldId id="269" r:id="rId3"/>
    <p:sldId id="318" r:id="rId4"/>
    <p:sldId id="331" r:id="rId5"/>
    <p:sldId id="332" r:id="rId6"/>
    <p:sldId id="334" r:id="rId7"/>
    <p:sldId id="335" r:id="rId8"/>
    <p:sldId id="333" r:id="rId9"/>
    <p:sldId id="319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08" r:id="rId18"/>
    <p:sldId id="344" r:id="rId19"/>
    <p:sldId id="345" r:id="rId20"/>
    <p:sldId id="346" r:id="rId21"/>
    <p:sldId id="30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E4206A-140D-4024-8A93-598BC5B23BF3}" v="183" dt="2026-08-13T00:46:34.6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91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BERTO PEREZ MORERA" userId="b71f61fa-2a10-40af-a76c-06b5b43d475d" providerId="ADAL" clId="{CCE38196-6549-48A5-B8F0-4FE1DF2DB2E5}"/>
    <pc:docChg chg="undo redo custSel addSld delSld modSld sldOrd">
      <pc:chgData name="DANIEL ALBERTO PEREZ MORERA" userId="b71f61fa-2a10-40af-a76c-06b5b43d475d" providerId="ADAL" clId="{CCE38196-6549-48A5-B8F0-4FE1DF2DB2E5}" dt="2026-08-17T02:21:59.139" v="3564"/>
      <pc:docMkLst>
        <pc:docMk/>
      </pc:docMkLst>
      <pc:sldChg chg="modSp mod">
        <pc:chgData name="DANIEL ALBERTO PEREZ MORERA" userId="b71f61fa-2a10-40af-a76c-06b5b43d475d" providerId="ADAL" clId="{CCE38196-6549-48A5-B8F0-4FE1DF2DB2E5}" dt="2026-08-13T00:06:17.246" v="3348" actId="790"/>
        <pc:sldMkLst>
          <pc:docMk/>
          <pc:sldMk cId="1807559037" sldId="256"/>
        </pc:sldMkLst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1807559037" sldId="256"/>
            <ac:spMk id="2" creationId="{1D8FDC1A-6045-17E2-6EDD-50C40FEC50CB}"/>
          </ac:spMkLst>
        </pc:spChg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1807559037" sldId="256"/>
            <ac:spMk id="3" creationId="{169D2767-C243-3E7C-4D5B-39E139A139A7}"/>
          </ac:spMkLst>
        </pc:spChg>
      </pc:sldChg>
      <pc:sldChg chg="addSp delSp modSp new mod setBg">
        <pc:chgData name="DANIEL ALBERTO PEREZ MORERA" userId="b71f61fa-2a10-40af-a76c-06b5b43d475d" providerId="ADAL" clId="{CCE38196-6549-48A5-B8F0-4FE1DF2DB2E5}" dt="2026-08-13T00:06:17.246" v="3348" actId="790"/>
        <pc:sldMkLst>
          <pc:docMk/>
          <pc:sldMk cId="1885970478" sldId="269"/>
        </pc:sldMkLst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1885970478" sldId="269"/>
            <ac:spMk id="2" creationId="{CFC98DB1-9D18-44EB-3FAD-115B8F760B2F}"/>
          </ac:spMkLst>
        </pc:spChg>
        <pc:graphicFrameChg chg="add mod modGraphic">
          <ac:chgData name="DANIEL ALBERTO PEREZ MORERA" userId="b71f61fa-2a10-40af-a76c-06b5b43d475d" providerId="ADAL" clId="{CCE38196-6549-48A5-B8F0-4FE1DF2DB2E5}" dt="2026-08-13T00:06:17.246" v="3348" actId="790"/>
          <ac:graphicFrameMkLst>
            <pc:docMk/>
            <pc:sldMk cId="1885970478" sldId="269"/>
            <ac:graphicFrameMk id="14" creationId="{D9AF9844-44B7-FB1C-EEB5-4DAEC1DC78E9}"/>
          </ac:graphicFrameMkLst>
        </pc:graphicFrameChg>
      </pc:sldChg>
      <pc:sldChg chg="modSp add del mod">
        <pc:chgData name="DANIEL ALBERTO PEREZ MORERA" userId="b71f61fa-2a10-40af-a76c-06b5b43d475d" providerId="ADAL" clId="{CCE38196-6549-48A5-B8F0-4FE1DF2DB2E5}" dt="2026-08-13T00:47:00.123" v="3515" actId="108"/>
        <pc:sldMkLst>
          <pc:docMk/>
          <pc:sldMk cId="1100032990" sldId="305"/>
        </pc:sldMkLst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1100032990" sldId="305"/>
            <ac:spMk id="2" creationId="{4BBE17E8-EF35-FB7B-FD58-C47EEBE23416}"/>
          </ac:spMkLst>
        </pc:spChg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1100032990" sldId="305"/>
            <ac:spMk id="3" creationId="{8A74FB23-DAA6-14D7-0050-88F3EA357EC9}"/>
          </ac:spMkLst>
        </pc:spChg>
        <pc:spChg chg="mod">
          <ac:chgData name="DANIEL ALBERTO PEREZ MORERA" userId="b71f61fa-2a10-40af-a76c-06b5b43d475d" providerId="ADAL" clId="{CCE38196-6549-48A5-B8F0-4FE1DF2DB2E5}" dt="2026-08-13T00:47:00.123" v="3515" actId="108"/>
          <ac:spMkLst>
            <pc:docMk/>
            <pc:sldMk cId="1100032990" sldId="305"/>
            <ac:spMk id="4" creationId="{64687C0E-691B-B645-B7C4-6B3824BDED19}"/>
          </ac:spMkLst>
        </pc:spChg>
      </pc:sldChg>
      <pc:sldChg chg="addSp delSp modSp add mod">
        <pc:chgData name="DANIEL ALBERTO PEREZ MORERA" userId="b71f61fa-2a10-40af-a76c-06b5b43d475d" providerId="ADAL" clId="{CCE38196-6549-48A5-B8F0-4FE1DF2DB2E5}" dt="2026-08-13T00:41:59.659" v="3486"/>
        <pc:sldMkLst>
          <pc:docMk/>
          <pc:sldMk cId="283681743" sldId="308"/>
        </pc:sldMkLst>
        <pc:spChg chg="mod">
          <ac:chgData name="DANIEL ALBERTO PEREZ MORERA" userId="b71f61fa-2a10-40af-a76c-06b5b43d475d" providerId="ADAL" clId="{CCE38196-6549-48A5-B8F0-4FE1DF2DB2E5}" dt="2026-08-13T00:10:18.613" v="3361" actId="122"/>
          <ac:spMkLst>
            <pc:docMk/>
            <pc:sldMk cId="283681743" sldId="308"/>
            <ac:spMk id="2" creationId="{6BEBCC3E-8742-532B-55F1-E1FDB3A9CBC5}"/>
          </ac:spMkLst>
        </pc:spChg>
        <pc:spChg chg="mod">
          <ac:chgData name="DANIEL ALBERTO PEREZ MORERA" userId="b71f61fa-2a10-40af-a76c-06b5b43d475d" providerId="ADAL" clId="{CCE38196-6549-48A5-B8F0-4FE1DF2DB2E5}" dt="2026-08-13T00:10:34.476" v="3371" actId="20577"/>
          <ac:spMkLst>
            <pc:docMk/>
            <pc:sldMk cId="283681743" sldId="308"/>
            <ac:spMk id="5" creationId="{230A6F0D-5AA3-F452-90CB-26C682C8F36B}"/>
          </ac:spMkLst>
        </pc:spChg>
        <pc:spChg chg="mod">
          <ac:chgData name="DANIEL ALBERTO PEREZ MORERA" userId="b71f61fa-2a10-40af-a76c-06b5b43d475d" providerId="ADAL" clId="{CCE38196-6549-48A5-B8F0-4FE1DF2DB2E5}" dt="2026-08-13T00:10:30.935" v="3369" actId="20577"/>
          <ac:spMkLst>
            <pc:docMk/>
            <pc:sldMk cId="283681743" sldId="308"/>
            <ac:spMk id="6" creationId="{3B046909-1764-012D-CCA7-4C41A3583AC6}"/>
          </ac:spMkLst>
        </pc:spChg>
        <pc:picChg chg="add mod ord">
          <ac:chgData name="DANIEL ALBERTO PEREZ MORERA" userId="b71f61fa-2a10-40af-a76c-06b5b43d475d" providerId="ADAL" clId="{CCE38196-6549-48A5-B8F0-4FE1DF2DB2E5}" dt="2026-08-13T00:41:56.566" v="3485"/>
          <ac:picMkLst>
            <pc:docMk/>
            <pc:sldMk cId="283681743" sldId="308"/>
            <ac:picMk id="10" creationId="{B124D878-73C3-864B-48CB-A0770CD4BC13}"/>
          </ac:picMkLst>
        </pc:picChg>
        <pc:picChg chg="add mod ord">
          <ac:chgData name="DANIEL ALBERTO PEREZ MORERA" userId="b71f61fa-2a10-40af-a76c-06b5b43d475d" providerId="ADAL" clId="{CCE38196-6549-48A5-B8F0-4FE1DF2DB2E5}" dt="2026-08-13T00:41:59.659" v="3486"/>
          <ac:picMkLst>
            <pc:docMk/>
            <pc:sldMk cId="283681743" sldId="308"/>
            <ac:picMk id="15" creationId="{0BAD093D-2536-57B0-402A-303DE503CB50}"/>
          </ac:picMkLst>
        </pc:picChg>
      </pc:sldChg>
      <pc:sldChg chg="addSp modSp add mod">
        <pc:chgData name="DANIEL ALBERTO PEREZ MORERA" userId="b71f61fa-2a10-40af-a76c-06b5b43d475d" providerId="ADAL" clId="{CCE38196-6549-48A5-B8F0-4FE1DF2DB2E5}" dt="2026-08-13T00:06:17.246" v="3348" actId="790"/>
        <pc:sldMkLst>
          <pc:docMk/>
          <pc:sldMk cId="4119019181" sldId="318"/>
        </pc:sldMkLst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4119019181" sldId="318"/>
            <ac:spMk id="2" creationId="{A4F090AE-BA8A-92B0-9079-B9A3E5983FAB}"/>
          </ac:spMkLst>
        </pc:spChg>
        <pc:graphicFrameChg chg="mod modGraphic">
          <ac:chgData name="DANIEL ALBERTO PEREZ MORERA" userId="b71f61fa-2a10-40af-a76c-06b5b43d475d" providerId="ADAL" clId="{CCE38196-6549-48A5-B8F0-4FE1DF2DB2E5}" dt="2026-08-13T00:06:17.246" v="3348" actId="790"/>
          <ac:graphicFrameMkLst>
            <pc:docMk/>
            <pc:sldMk cId="4119019181" sldId="318"/>
            <ac:graphicFrameMk id="14" creationId="{061C446A-50EA-1E13-30F0-CC4640C5B114}"/>
          </ac:graphicFrameMkLst>
        </pc:graphicFrameChg>
        <pc:picChg chg="add mod">
          <ac:chgData name="DANIEL ALBERTO PEREZ MORERA" userId="b71f61fa-2a10-40af-a76c-06b5b43d475d" providerId="ADAL" clId="{CCE38196-6549-48A5-B8F0-4FE1DF2DB2E5}" dt="2026-08-11T19:44:05.351" v="3135" actId="1076"/>
          <ac:picMkLst>
            <pc:docMk/>
            <pc:sldMk cId="4119019181" sldId="318"/>
            <ac:picMk id="4" creationId="{6B16A8C8-C78F-0BAC-CA2B-8B59F7BCEF55}"/>
          </ac:picMkLst>
        </pc:picChg>
      </pc:sldChg>
      <pc:sldChg chg="modSp add mod">
        <pc:chgData name="DANIEL ALBERTO PEREZ MORERA" userId="b71f61fa-2a10-40af-a76c-06b5b43d475d" providerId="ADAL" clId="{CCE38196-6549-48A5-B8F0-4FE1DF2DB2E5}" dt="2026-08-13T00:06:17.246" v="3348" actId="790"/>
        <pc:sldMkLst>
          <pc:docMk/>
          <pc:sldMk cId="3273957438" sldId="319"/>
        </pc:sldMkLst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3273957438" sldId="319"/>
            <ac:spMk id="2" creationId="{4C92B368-DDF2-55DB-05C3-012ABC933D1C}"/>
          </ac:spMkLst>
        </pc:spChg>
        <pc:graphicFrameChg chg="mod modGraphic">
          <ac:chgData name="DANIEL ALBERTO PEREZ MORERA" userId="b71f61fa-2a10-40af-a76c-06b5b43d475d" providerId="ADAL" clId="{CCE38196-6549-48A5-B8F0-4FE1DF2DB2E5}" dt="2026-08-13T00:06:17.246" v="3348" actId="790"/>
          <ac:graphicFrameMkLst>
            <pc:docMk/>
            <pc:sldMk cId="3273957438" sldId="319"/>
            <ac:graphicFrameMk id="14" creationId="{EE2DEFCF-35C9-92D3-A73B-3323C47F99CC}"/>
          </ac:graphicFrameMkLst>
        </pc:graphicFrameChg>
      </pc:sldChg>
      <pc:sldChg chg="addSp delSp modSp add mod">
        <pc:chgData name="DANIEL ALBERTO PEREZ MORERA" userId="b71f61fa-2a10-40af-a76c-06b5b43d475d" providerId="ADAL" clId="{CCE38196-6549-48A5-B8F0-4FE1DF2DB2E5}" dt="2026-08-13T00:06:17.246" v="3348" actId="790"/>
        <pc:sldMkLst>
          <pc:docMk/>
          <pc:sldMk cId="3513735713" sldId="331"/>
        </pc:sldMkLst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3513735713" sldId="331"/>
            <ac:spMk id="2" creationId="{2C4D6C19-8E53-303B-3BF0-227181EAFFB1}"/>
          </ac:spMkLst>
        </pc:spChg>
        <pc:graphicFrameChg chg="mod modGraphic">
          <ac:chgData name="DANIEL ALBERTO PEREZ MORERA" userId="b71f61fa-2a10-40af-a76c-06b5b43d475d" providerId="ADAL" clId="{CCE38196-6549-48A5-B8F0-4FE1DF2DB2E5}" dt="2026-08-13T00:06:17.246" v="3348" actId="790"/>
          <ac:graphicFrameMkLst>
            <pc:docMk/>
            <pc:sldMk cId="3513735713" sldId="331"/>
            <ac:graphicFrameMk id="14" creationId="{0B565EC3-6CBF-490C-7CE5-445B7B9CF84A}"/>
          </ac:graphicFrameMkLst>
        </pc:graphicFrameChg>
        <pc:picChg chg="add mod">
          <ac:chgData name="DANIEL ALBERTO PEREZ MORERA" userId="b71f61fa-2a10-40af-a76c-06b5b43d475d" providerId="ADAL" clId="{CCE38196-6549-48A5-B8F0-4FE1DF2DB2E5}" dt="2026-08-11T03:42:44.606" v="2791" actId="1076"/>
          <ac:picMkLst>
            <pc:docMk/>
            <pc:sldMk cId="3513735713" sldId="331"/>
            <ac:picMk id="11" creationId="{D0C1C1F7-427F-F4E7-4D27-ED541CCC6F88}"/>
          </ac:picMkLst>
        </pc:picChg>
      </pc:sldChg>
      <pc:sldChg chg="addSp delSp modSp add mod">
        <pc:chgData name="DANIEL ALBERTO PEREZ MORERA" userId="b71f61fa-2a10-40af-a76c-06b5b43d475d" providerId="ADAL" clId="{CCE38196-6549-48A5-B8F0-4FE1DF2DB2E5}" dt="2026-08-13T00:06:17.246" v="3348" actId="790"/>
        <pc:sldMkLst>
          <pc:docMk/>
          <pc:sldMk cId="28810953" sldId="332"/>
        </pc:sldMkLst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28810953" sldId="332"/>
            <ac:spMk id="2" creationId="{507A09E4-F22B-8CCA-D0AB-A4BC401387AC}"/>
          </ac:spMkLst>
        </pc:spChg>
        <pc:graphicFrameChg chg="mod modGraphic">
          <ac:chgData name="DANIEL ALBERTO PEREZ MORERA" userId="b71f61fa-2a10-40af-a76c-06b5b43d475d" providerId="ADAL" clId="{CCE38196-6549-48A5-B8F0-4FE1DF2DB2E5}" dt="2026-08-13T00:06:17.246" v="3348" actId="790"/>
          <ac:graphicFrameMkLst>
            <pc:docMk/>
            <pc:sldMk cId="28810953" sldId="332"/>
            <ac:graphicFrameMk id="14" creationId="{6B39BAFF-2E9E-F6C7-1AB0-5B42F3FD475E}"/>
          </ac:graphicFrameMkLst>
        </pc:graphicFrameChg>
        <pc:picChg chg="add mod">
          <ac:chgData name="DANIEL ALBERTO PEREZ MORERA" userId="b71f61fa-2a10-40af-a76c-06b5b43d475d" providerId="ADAL" clId="{CCE38196-6549-48A5-B8F0-4FE1DF2DB2E5}" dt="2026-08-11T03:45:04.920" v="2815"/>
          <ac:picMkLst>
            <pc:docMk/>
            <pc:sldMk cId="28810953" sldId="332"/>
            <ac:picMk id="6" creationId="{2793F55E-C244-728C-B011-91C6757913AD}"/>
          </ac:picMkLst>
        </pc:picChg>
      </pc:sldChg>
      <pc:sldChg chg="addSp delSp modSp add mod ord">
        <pc:chgData name="DANIEL ALBERTO PEREZ MORERA" userId="b71f61fa-2a10-40af-a76c-06b5b43d475d" providerId="ADAL" clId="{CCE38196-6549-48A5-B8F0-4FE1DF2DB2E5}" dt="2026-08-13T00:06:17.246" v="3348" actId="790"/>
        <pc:sldMkLst>
          <pc:docMk/>
          <pc:sldMk cId="89704410" sldId="333"/>
        </pc:sldMkLst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89704410" sldId="333"/>
            <ac:spMk id="2" creationId="{1514416D-847C-5EB0-1AD8-372A9C2B8B4C}"/>
          </ac:spMkLst>
        </pc:spChg>
        <pc:picChg chg="add mod">
          <ac:chgData name="DANIEL ALBERTO PEREZ MORERA" userId="b71f61fa-2a10-40af-a76c-06b5b43d475d" providerId="ADAL" clId="{CCE38196-6549-48A5-B8F0-4FE1DF2DB2E5}" dt="2026-08-11T14:36:15.533" v="2902" actId="1076"/>
          <ac:picMkLst>
            <pc:docMk/>
            <pc:sldMk cId="89704410" sldId="333"/>
            <ac:picMk id="11" creationId="{FCF9CA0A-ADFC-9DA7-3D47-53852DE497B3}"/>
          </ac:picMkLst>
        </pc:picChg>
      </pc:sldChg>
      <pc:sldChg chg="modSp add mod ord setBg">
        <pc:chgData name="DANIEL ALBERTO PEREZ MORERA" userId="b71f61fa-2a10-40af-a76c-06b5b43d475d" providerId="ADAL" clId="{CCE38196-6549-48A5-B8F0-4FE1DF2DB2E5}" dt="2026-08-13T00:06:17.246" v="3348" actId="790"/>
        <pc:sldMkLst>
          <pc:docMk/>
          <pc:sldMk cId="542916060" sldId="334"/>
        </pc:sldMkLst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542916060" sldId="334"/>
            <ac:spMk id="2" creationId="{50A9F0DC-FB0E-B93C-D6D6-682D4CE894FF}"/>
          </ac:spMkLst>
        </pc:spChg>
        <pc:graphicFrameChg chg="mod modGraphic">
          <ac:chgData name="DANIEL ALBERTO PEREZ MORERA" userId="b71f61fa-2a10-40af-a76c-06b5b43d475d" providerId="ADAL" clId="{CCE38196-6549-48A5-B8F0-4FE1DF2DB2E5}" dt="2026-08-13T00:06:17.246" v="3348" actId="790"/>
          <ac:graphicFrameMkLst>
            <pc:docMk/>
            <pc:sldMk cId="542916060" sldId="334"/>
            <ac:graphicFrameMk id="14" creationId="{F4AE71BF-1331-E521-D4BA-03A8B9F977D0}"/>
          </ac:graphicFrameMkLst>
        </pc:graphicFrameChg>
      </pc:sldChg>
      <pc:sldChg chg="delSp modSp add mod">
        <pc:chgData name="DANIEL ALBERTO PEREZ MORERA" userId="b71f61fa-2a10-40af-a76c-06b5b43d475d" providerId="ADAL" clId="{CCE38196-6549-48A5-B8F0-4FE1DF2DB2E5}" dt="2026-08-13T00:06:17.246" v="3348" actId="790"/>
        <pc:sldMkLst>
          <pc:docMk/>
          <pc:sldMk cId="177051261" sldId="335"/>
        </pc:sldMkLst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177051261" sldId="335"/>
            <ac:spMk id="2" creationId="{25D3508A-60FF-4FE6-3A20-AB02D71F6002}"/>
          </ac:spMkLst>
        </pc:spChg>
        <pc:picChg chg="mod">
          <ac:chgData name="DANIEL ALBERTO PEREZ MORERA" userId="b71f61fa-2a10-40af-a76c-06b5b43d475d" providerId="ADAL" clId="{CCE38196-6549-48A5-B8F0-4FE1DF2DB2E5}" dt="2026-08-11T14:35:56.490" v="2899" actId="1076"/>
          <ac:picMkLst>
            <pc:docMk/>
            <pc:sldMk cId="177051261" sldId="335"/>
            <ac:picMk id="4" creationId="{667A57A9-D0C3-F6C0-6A93-021D442F7A6E}"/>
          </ac:picMkLst>
        </pc:picChg>
        <pc:picChg chg="mod">
          <ac:chgData name="DANIEL ALBERTO PEREZ MORERA" userId="b71f61fa-2a10-40af-a76c-06b5b43d475d" providerId="ADAL" clId="{CCE38196-6549-48A5-B8F0-4FE1DF2DB2E5}" dt="2026-08-11T14:35:52.677" v="2898" actId="1076"/>
          <ac:picMkLst>
            <pc:docMk/>
            <pc:sldMk cId="177051261" sldId="335"/>
            <ac:picMk id="9" creationId="{7B09154B-33E9-D93B-EDF2-3B315ECE863C}"/>
          </ac:picMkLst>
        </pc:picChg>
      </pc:sldChg>
      <pc:sldChg chg="addSp delSp modSp add mod">
        <pc:chgData name="DANIEL ALBERTO PEREZ MORERA" userId="b71f61fa-2a10-40af-a76c-06b5b43d475d" providerId="ADAL" clId="{CCE38196-6549-48A5-B8F0-4FE1DF2DB2E5}" dt="2026-08-13T00:06:17.246" v="3348" actId="790"/>
        <pc:sldMkLst>
          <pc:docMk/>
          <pc:sldMk cId="1034501443" sldId="336"/>
        </pc:sldMkLst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1034501443" sldId="336"/>
            <ac:spMk id="2" creationId="{0E729680-2A97-24EC-ECE7-AF636DEEF157}"/>
          </ac:spMkLst>
        </pc:spChg>
        <pc:picChg chg="add mod">
          <ac:chgData name="DANIEL ALBERTO PEREZ MORERA" userId="b71f61fa-2a10-40af-a76c-06b5b43d475d" providerId="ADAL" clId="{CCE38196-6549-48A5-B8F0-4FE1DF2DB2E5}" dt="2026-08-11T17:59:57.335" v="3004"/>
          <ac:picMkLst>
            <pc:docMk/>
            <pc:sldMk cId="1034501443" sldId="336"/>
            <ac:picMk id="6" creationId="{8F30A334-5DB2-71DE-316D-2BF9165CE2DD}"/>
          </ac:picMkLst>
        </pc:picChg>
        <pc:picChg chg="add mod">
          <ac:chgData name="DANIEL ALBERTO PEREZ MORERA" userId="b71f61fa-2a10-40af-a76c-06b5b43d475d" providerId="ADAL" clId="{CCE38196-6549-48A5-B8F0-4FE1DF2DB2E5}" dt="2026-08-11T17:59:53.149" v="3003"/>
          <ac:picMkLst>
            <pc:docMk/>
            <pc:sldMk cId="1034501443" sldId="336"/>
            <ac:picMk id="8" creationId="{F5183BDC-3C42-4109-9407-AF43C6E39C79}"/>
          </ac:picMkLst>
        </pc:picChg>
      </pc:sldChg>
      <pc:sldChg chg="modSp add mod ord">
        <pc:chgData name="DANIEL ALBERTO PEREZ MORERA" userId="b71f61fa-2a10-40af-a76c-06b5b43d475d" providerId="ADAL" clId="{CCE38196-6549-48A5-B8F0-4FE1DF2DB2E5}" dt="2026-08-13T00:06:17.246" v="3348" actId="790"/>
        <pc:sldMkLst>
          <pc:docMk/>
          <pc:sldMk cId="2502531354" sldId="337"/>
        </pc:sldMkLst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2502531354" sldId="337"/>
            <ac:spMk id="2" creationId="{C3DC4460-9C85-2E57-7573-BA8266B58F52}"/>
          </ac:spMkLst>
        </pc:spChg>
        <pc:graphicFrameChg chg="mod modGraphic">
          <ac:chgData name="DANIEL ALBERTO PEREZ MORERA" userId="b71f61fa-2a10-40af-a76c-06b5b43d475d" providerId="ADAL" clId="{CCE38196-6549-48A5-B8F0-4FE1DF2DB2E5}" dt="2026-08-13T00:06:17.246" v="3348" actId="790"/>
          <ac:graphicFrameMkLst>
            <pc:docMk/>
            <pc:sldMk cId="2502531354" sldId="337"/>
            <ac:graphicFrameMk id="14" creationId="{33375BAE-6241-2B19-1B8C-A306C941A82B}"/>
          </ac:graphicFrameMkLst>
        </pc:graphicFrameChg>
      </pc:sldChg>
      <pc:sldChg chg="addSp delSp modSp new mod">
        <pc:chgData name="DANIEL ALBERTO PEREZ MORERA" userId="b71f61fa-2a10-40af-a76c-06b5b43d475d" providerId="ADAL" clId="{CCE38196-6549-48A5-B8F0-4FE1DF2DB2E5}" dt="2026-08-13T00:06:17.246" v="3348" actId="790"/>
        <pc:sldMkLst>
          <pc:docMk/>
          <pc:sldMk cId="3355839672" sldId="338"/>
        </pc:sldMkLst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3355839672" sldId="338"/>
            <ac:spMk id="2" creationId="{7324D30A-2359-F486-95C8-0D0926304BA0}"/>
          </ac:spMkLst>
        </pc:spChg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3355839672" sldId="338"/>
            <ac:spMk id="3" creationId="{8C961F23-DE8F-D802-2213-500DB5677A5F}"/>
          </ac:spMkLst>
        </pc:spChg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3355839672" sldId="338"/>
            <ac:spMk id="5" creationId="{8F765C07-1DE9-A6AD-BA22-C463C574E74B}"/>
          </ac:spMkLst>
        </pc:spChg>
        <pc:picChg chg="add mod ord">
          <ac:chgData name="DANIEL ALBERTO PEREZ MORERA" userId="b71f61fa-2a10-40af-a76c-06b5b43d475d" providerId="ADAL" clId="{CCE38196-6549-48A5-B8F0-4FE1DF2DB2E5}" dt="2026-08-11T17:59:41.099" v="3001"/>
          <ac:picMkLst>
            <pc:docMk/>
            <pc:sldMk cId="3355839672" sldId="338"/>
            <ac:picMk id="8" creationId="{0863408E-44F9-8D56-791E-9EE23B7B8CC9}"/>
          </ac:picMkLst>
        </pc:picChg>
        <pc:picChg chg="add mod ord">
          <ac:chgData name="DANIEL ALBERTO PEREZ MORERA" userId="b71f61fa-2a10-40af-a76c-06b5b43d475d" providerId="ADAL" clId="{CCE38196-6549-48A5-B8F0-4FE1DF2DB2E5}" dt="2026-08-11T17:59:43.384" v="3002"/>
          <ac:picMkLst>
            <pc:docMk/>
            <pc:sldMk cId="3355839672" sldId="338"/>
            <ac:picMk id="10" creationId="{8F3FC416-1494-46E7-79B3-5CCD0A5DCD10}"/>
          </ac:picMkLst>
        </pc:picChg>
      </pc:sldChg>
      <pc:sldChg chg="addSp delSp modSp add mod ord">
        <pc:chgData name="DANIEL ALBERTO PEREZ MORERA" userId="b71f61fa-2a10-40af-a76c-06b5b43d475d" providerId="ADAL" clId="{CCE38196-6549-48A5-B8F0-4FE1DF2DB2E5}" dt="2026-08-13T00:06:17.246" v="3348" actId="790"/>
        <pc:sldMkLst>
          <pc:docMk/>
          <pc:sldMk cId="2949894070" sldId="339"/>
        </pc:sldMkLst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2949894070" sldId="339"/>
            <ac:spMk id="2" creationId="{205CA8F4-0934-F103-5D53-627C41833360}"/>
          </ac:spMkLst>
        </pc:spChg>
        <pc:graphicFrameChg chg="mod modGraphic">
          <ac:chgData name="DANIEL ALBERTO PEREZ MORERA" userId="b71f61fa-2a10-40af-a76c-06b5b43d475d" providerId="ADAL" clId="{CCE38196-6549-48A5-B8F0-4FE1DF2DB2E5}" dt="2026-08-13T00:06:17.246" v="3348" actId="790"/>
          <ac:graphicFrameMkLst>
            <pc:docMk/>
            <pc:sldMk cId="2949894070" sldId="339"/>
            <ac:graphicFrameMk id="14" creationId="{1AC35B3C-199C-67E5-58F6-00896FB09AC2}"/>
          </ac:graphicFrameMkLst>
        </pc:graphicFrameChg>
      </pc:sldChg>
      <pc:sldChg chg="addSp delSp modSp add mod">
        <pc:chgData name="DANIEL ALBERTO PEREZ MORERA" userId="b71f61fa-2a10-40af-a76c-06b5b43d475d" providerId="ADAL" clId="{CCE38196-6549-48A5-B8F0-4FE1DF2DB2E5}" dt="2026-08-13T00:06:17.246" v="3348" actId="790"/>
        <pc:sldMkLst>
          <pc:docMk/>
          <pc:sldMk cId="2429132531" sldId="340"/>
        </pc:sldMkLst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2429132531" sldId="340"/>
            <ac:spMk id="2" creationId="{739C439B-0964-0922-F541-3ABDE71773E0}"/>
          </ac:spMkLst>
        </pc:spChg>
        <pc:picChg chg="add mod">
          <ac:chgData name="DANIEL ALBERTO PEREZ MORERA" userId="b71f61fa-2a10-40af-a76c-06b5b43d475d" providerId="ADAL" clId="{CCE38196-6549-48A5-B8F0-4FE1DF2DB2E5}" dt="2026-08-11T19:40:28.866" v="3134" actId="1076"/>
          <ac:picMkLst>
            <pc:docMk/>
            <pc:sldMk cId="2429132531" sldId="340"/>
            <ac:picMk id="6" creationId="{C62893D0-8347-269D-24B9-C758B3FA722E}"/>
          </ac:picMkLst>
        </pc:picChg>
        <pc:picChg chg="add mod">
          <ac:chgData name="DANIEL ALBERTO PEREZ MORERA" userId="b71f61fa-2a10-40af-a76c-06b5b43d475d" providerId="ADAL" clId="{CCE38196-6549-48A5-B8F0-4FE1DF2DB2E5}" dt="2026-08-11T19:40:28.866" v="3134" actId="1076"/>
          <ac:picMkLst>
            <pc:docMk/>
            <pc:sldMk cId="2429132531" sldId="340"/>
            <ac:picMk id="10" creationId="{86C3891D-6FB2-4C95-64FA-AA4DE39FD145}"/>
          </ac:picMkLst>
        </pc:picChg>
      </pc:sldChg>
      <pc:sldChg chg="addSp delSp modSp add mod">
        <pc:chgData name="DANIEL ALBERTO PEREZ MORERA" userId="b71f61fa-2a10-40af-a76c-06b5b43d475d" providerId="ADAL" clId="{CCE38196-6549-48A5-B8F0-4FE1DF2DB2E5}" dt="2026-08-13T00:06:17.246" v="3348" actId="790"/>
        <pc:sldMkLst>
          <pc:docMk/>
          <pc:sldMk cId="4211789866" sldId="341"/>
        </pc:sldMkLst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4211789866" sldId="341"/>
            <ac:spMk id="2" creationId="{4F8DC3A3-4E06-4FC7-A3D3-BA7C6E4AA76C}"/>
          </ac:spMkLst>
        </pc:spChg>
        <pc:picChg chg="add mod">
          <ac:chgData name="DANIEL ALBERTO PEREZ MORERA" userId="b71f61fa-2a10-40af-a76c-06b5b43d475d" providerId="ADAL" clId="{CCE38196-6549-48A5-B8F0-4FE1DF2DB2E5}" dt="2026-08-12T23:42:54.701" v="3328" actId="1076"/>
          <ac:picMkLst>
            <pc:docMk/>
            <pc:sldMk cId="4211789866" sldId="341"/>
            <ac:picMk id="3" creationId="{EEF93AAC-AB85-B36D-B089-38818F1F1986}"/>
          </ac:picMkLst>
        </pc:picChg>
      </pc:sldChg>
      <pc:sldChg chg="modSp add mod ord">
        <pc:chgData name="DANIEL ALBERTO PEREZ MORERA" userId="b71f61fa-2a10-40af-a76c-06b5b43d475d" providerId="ADAL" clId="{CCE38196-6549-48A5-B8F0-4FE1DF2DB2E5}" dt="2026-08-13T00:06:17.246" v="3348" actId="790"/>
        <pc:sldMkLst>
          <pc:docMk/>
          <pc:sldMk cId="2340638001" sldId="342"/>
        </pc:sldMkLst>
        <pc:spChg chg="mod">
          <ac:chgData name="DANIEL ALBERTO PEREZ MORERA" userId="b71f61fa-2a10-40af-a76c-06b5b43d475d" providerId="ADAL" clId="{CCE38196-6549-48A5-B8F0-4FE1DF2DB2E5}" dt="2026-08-13T00:06:17.246" v="3348" actId="790"/>
          <ac:spMkLst>
            <pc:docMk/>
            <pc:sldMk cId="2340638001" sldId="342"/>
            <ac:spMk id="2" creationId="{202038A4-616D-81A2-BD93-719575929248}"/>
          </ac:spMkLst>
        </pc:spChg>
        <pc:graphicFrameChg chg="mod modGraphic">
          <ac:chgData name="DANIEL ALBERTO PEREZ MORERA" userId="b71f61fa-2a10-40af-a76c-06b5b43d475d" providerId="ADAL" clId="{CCE38196-6549-48A5-B8F0-4FE1DF2DB2E5}" dt="2026-08-13T00:06:17.246" v="3348" actId="790"/>
          <ac:graphicFrameMkLst>
            <pc:docMk/>
            <pc:sldMk cId="2340638001" sldId="342"/>
            <ac:graphicFrameMk id="14" creationId="{5F4DB1AA-9601-8947-9662-8213E5019DFE}"/>
          </ac:graphicFrameMkLst>
        </pc:graphicFrameChg>
      </pc:sldChg>
      <pc:sldChg chg="modSp add mod ord setBg">
        <pc:chgData name="DANIEL ALBERTO PEREZ MORERA" userId="b71f61fa-2a10-40af-a76c-06b5b43d475d" providerId="ADAL" clId="{CCE38196-6549-48A5-B8F0-4FE1DF2DB2E5}" dt="2026-08-13T00:18:21.720" v="3455" actId="113"/>
        <pc:sldMkLst>
          <pc:docMk/>
          <pc:sldMk cId="3421591379" sldId="344"/>
        </pc:sldMkLst>
        <pc:graphicFrameChg chg="mod modGraphic">
          <ac:chgData name="DANIEL ALBERTO PEREZ MORERA" userId="b71f61fa-2a10-40af-a76c-06b5b43d475d" providerId="ADAL" clId="{CCE38196-6549-48A5-B8F0-4FE1DF2DB2E5}" dt="2026-08-13T00:18:21.720" v="3455" actId="113"/>
          <ac:graphicFrameMkLst>
            <pc:docMk/>
            <pc:sldMk cId="3421591379" sldId="344"/>
            <ac:graphicFrameMk id="14" creationId="{E9AD43A0-103F-CD03-26BB-D90C2F4F51CE}"/>
          </ac:graphicFrameMkLst>
        </pc:graphicFrameChg>
      </pc:sldChg>
      <pc:sldChg chg="addSp delSp modSp add mod">
        <pc:chgData name="DANIEL ALBERTO PEREZ MORERA" userId="b71f61fa-2a10-40af-a76c-06b5b43d475d" providerId="ADAL" clId="{CCE38196-6549-48A5-B8F0-4FE1DF2DB2E5}" dt="2026-08-13T00:42:13.186" v="3488" actId="1440"/>
        <pc:sldMkLst>
          <pc:docMk/>
          <pc:sldMk cId="2550175752" sldId="345"/>
        </pc:sldMkLst>
        <pc:graphicFrameChg chg="mod modGraphic">
          <ac:chgData name="DANIEL ALBERTO PEREZ MORERA" userId="b71f61fa-2a10-40af-a76c-06b5b43d475d" providerId="ADAL" clId="{CCE38196-6549-48A5-B8F0-4FE1DF2DB2E5}" dt="2026-08-13T00:21:36.826" v="3474" actId="14100"/>
          <ac:graphicFrameMkLst>
            <pc:docMk/>
            <pc:sldMk cId="2550175752" sldId="345"/>
            <ac:graphicFrameMk id="14" creationId="{9F488B8B-6DDC-A0AC-201F-4EE8E4C507B7}"/>
          </ac:graphicFrameMkLst>
        </pc:graphicFrameChg>
        <pc:picChg chg="add mod">
          <ac:chgData name="DANIEL ALBERTO PEREZ MORERA" userId="b71f61fa-2a10-40af-a76c-06b5b43d475d" providerId="ADAL" clId="{CCE38196-6549-48A5-B8F0-4FE1DF2DB2E5}" dt="2026-08-13T00:42:13.186" v="3488" actId="1440"/>
          <ac:picMkLst>
            <pc:docMk/>
            <pc:sldMk cId="2550175752" sldId="345"/>
            <ac:picMk id="6" creationId="{B46A629C-CD05-E977-D51D-C0513CCCE755}"/>
          </ac:picMkLst>
        </pc:picChg>
      </pc:sldChg>
      <pc:sldChg chg="addSp delSp modSp add mod ord">
        <pc:chgData name="DANIEL ALBERTO PEREZ MORERA" userId="b71f61fa-2a10-40af-a76c-06b5b43d475d" providerId="ADAL" clId="{CCE38196-6549-48A5-B8F0-4FE1DF2DB2E5}" dt="2026-08-17T02:21:59.139" v="3564"/>
        <pc:sldMkLst>
          <pc:docMk/>
          <pc:sldMk cId="551044223" sldId="346"/>
        </pc:sldMkLst>
        <pc:spChg chg="mod">
          <ac:chgData name="DANIEL ALBERTO PEREZ MORERA" userId="b71f61fa-2a10-40af-a76c-06b5b43d475d" providerId="ADAL" clId="{CCE38196-6549-48A5-B8F0-4FE1DF2DB2E5}" dt="2026-08-17T02:21:59.139" v="3564"/>
          <ac:spMkLst>
            <pc:docMk/>
            <pc:sldMk cId="551044223" sldId="346"/>
            <ac:spMk id="2" creationId="{3B2A17A7-4A46-CDD9-118D-D90346D0AC33}"/>
          </ac:spMkLst>
        </pc:spChg>
        <pc:picChg chg="add mod">
          <ac:chgData name="DANIEL ALBERTO PEREZ MORERA" userId="b71f61fa-2a10-40af-a76c-06b5b43d475d" providerId="ADAL" clId="{CCE38196-6549-48A5-B8F0-4FE1DF2DB2E5}" dt="2026-08-17T02:21:10.319" v="3563" actId="1076"/>
          <ac:picMkLst>
            <pc:docMk/>
            <pc:sldMk cId="551044223" sldId="346"/>
            <ac:picMk id="4" creationId="{3DD0A829-C803-88B4-4C68-57EBEFF8D36D}"/>
          </ac:picMkLst>
        </pc:picChg>
        <pc:picChg chg="del">
          <ac:chgData name="DANIEL ALBERTO PEREZ MORERA" userId="b71f61fa-2a10-40af-a76c-06b5b43d475d" providerId="ADAL" clId="{CCE38196-6549-48A5-B8F0-4FE1DF2DB2E5}" dt="2026-08-17T02:20:55.757" v="3557" actId="478"/>
          <ac:picMkLst>
            <pc:docMk/>
            <pc:sldMk cId="551044223" sldId="346"/>
            <ac:picMk id="6" creationId="{FDE6BA83-48ED-01C4-8513-BC7922D7106A}"/>
          </ac:picMkLst>
        </pc:picChg>
        <pc:picChg chg="del">
          <ac:chgData name="DANIEL ALBERTO PEREZ MORERA" userId="b71f61fa-2a10-40af-a76c-06b5b43d475d" providerId="ADAL" clId="{CCE38196-6549-48A5-B8F0-4FE1DF2DB2E5}" dt="2026-08-17T02:20:57.007" v="3558" actId="478"/>
          <ac:picMkLst>
            <pc:docMk/>
            <pc:sldMk cId="551044223" sldId="346"/>
            <ac:picMk id="8" creationId="{EEBB5659-F523-DA9D-30B2-7A51A9732C2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20E674-426E-4441-A8BE-B93A953CE6E7}">
      <dgm:prSet custT="1"/>
      <dgm:spPr/>
      <dgm:t>
        <a:bodyPr/>
        <a:lstStyle/>
        <a:p>
          <a:r>
            <a:rPr lang="es-CR" sz="3200" noProof="0" dirty="0"/>
            <a:t>La limpieza de datos consiste en corregir los datos erróneos de tu conjunto de datos.</a:t>
          </a:r>
        </a:p>
      </dgm:t>
    </dgm:pt>
    <dgm:pt modelId="{CC862F48-DF0C-4479-BA9F-CB0EC10FDCC1}" type="parTrans" cxnId="{63BD1222-9036-4F25-838F-87CDFA285784}">
      <dgm:prSet/>
      <dgm:spPr/>
      <dgm:t>
        <a:bodyPr/>
        <a:lstStyle/>
        <a:p>
          <a:endParaRPr lang="en-US"/>
        </a:p>
      </dgm:t>
    </dgm:pt>
    <dgm:pt modelId="{8BB8F32A-0EDB-41E6-A89F-7C8D90C91228}" type="sibTrans" cxnId="{63BD1222-9036-4F25-838F-87CDFA285784}">
      <dgm:prSet/>
      <dgm:spPr/>
      <dgm:t>
        <a:bodyPr/>
        <a:lstStyle/>
        <a:p>
          <a:endParaRPr lang="en-US"/>
        </a:p>
      </dgm:t>
    </dgm:pt>
    <dgm:pt modelId="{F4C7F191-7EEF-459E-8741-95E22BE20235}">
      <dgm:prSet/>
      <dgm:spPr/>
      <dgm:t>
        <a:bodyPr/>
        <a:lstStyle/>
        <a:p>
          <a:pPr algn="ctr"/>
          <a:r>
            <a:rPr lang="es-CR" b="1" noProof="0" dirty="0"/>
            <a:t>Los datos erróneos pueden ser:</a:t>
          </a:r>
        </a:p>
        <a:p>
          <a:pPr algn="ctr"/>
          <a:r>
            <a:rPr lang="es-CR" noProof="0" dirty="0"/>
            <a:t>Celdas vacías
Datos con formato incorrecto
Datos erróneos
Duplicados</a:t>
          </a:r>
        </a:p>
      </dgm:t>
    </dgm:pt>
    <dgm:pt modelId="{8AD9F6D8-4C23-4C2F-A565-43C11C7D9474}" type="parTrans" cxnId="{E5862E59-19B7-4DC6-9A65-C42DBB308F0A}">
      <dgm:prSet/>
      <dgm:spPr/>
      <dgm:t>
        <a:bodyPr/>
        <a:lstStyle/>
        <a:p>
          <a:endParaRPr lang="en-US"/>
        </a:p>
      </dgm:t>
    </dgm:pt>
    <dgm:pt modelId="{2AD142D4-0245-4F26-B653-C8D0942BBFDB}" type="sibTrans" cxnId="{E5862E59-19B7-4DC6-9A65-C42DBB308F0A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7E16F1-38FD-477C-966B-FE016D6F43C8}" type="pres">
      <dgm:prSet presAssocID="{F520E674-426E-4441-A8BE-B93A953CE6E7}" presName="hierRoot1" presStyleCnt="0"/>
      <dgm:spPr/>
    </dgm:pt>
    <dgm:pt modelId="{1C0F0AE6-1F5A-47B6-9A35-BBB1A7C099FD}" type="pres">
      <dgm:prSet presAssocID="{F520E674-426E-4441-A8BE-B93A953CE6E7}" presName="composite" presStyleCnt="0"/>
      <dgm:spPr/>
    </dgm:pt>
    <dgm:pt modelId="{24630AB0-74BB-4FCD-9B6F-B28D2EF4E542}" type="pres">
      <dgm:prSet presAssocID="{F520E674-426E-4441-A8BE-B93A953CE6E7}" presName="background" presStyleLbl="node0" presStyleIdx="0" presStyleCnt="2"/>
      <dgm:spPr/>
    </dgm:pt>
    <dgm:pt modelId="{C8F399F6-D8C8-4707-B59D-A3CA797001B8}" type="pres">
      <dgm:prSet presAssocID="{F520E674-426E-4441-A8BE-B93A953CE6E7}" presName="text" presStyleLbl="fgAcc0" presStyleIdx="0" presStyleCnt="2">
        <dgm:presLayoutVars>
          <dgm:chPref val="3"/>
        </dgm:presLayoutVars>
      </dgm:prSet>
      <dgm:spPr/>
    </dgm:pt>
    <dgm:pt modelId="{3C1E5408-C8F8-4D67-8766-A19CBEF850D1}" type="pres">
      <dgm:prSet presAssocID="{F520E674-426E-4441-A8BE-B93A953CE6E7}" presName="hierChild2" presStyleCnt="0"/>
      <dgm:spPr/>
    </dgm:pt>
    <dgm:pt modelId="{C35AC604-67A2-41F3-96F3-885B7BD4F60F}" type="pres">
      <dgm:prSet presAssocID="{F4C7F191-7EEF-459E-8741-95E22BE20235}" presName="hierRoot1" presStyleCnt="0"/>
      <dgm:spPr/>
    </dgm:pt>
    <dgm:pt modelId="{939D9044-A43F-45D1-870E-25D1D85D5F0B}" type="pres">
      <dgm:prSet presAssocID="{F4C7F191-7EEF-459E-8741-95E22BE20235}" presName="composite" presStyleCnt="0"/>
      <dgm:spPr/>
    </dgm:pt>
    <dgm:pt modelId="{61113E2C-81CD-453E-9AC3-9837629B40FF}" type="pres">
      <dgm:prSet presAssocID="{F4C7F191-7EEF-459E-8741-95E22BE20235}" presName="background" presStyleLbl="node0" presStyleIdx="1" presStyleCnt="2"/>
      <dgm:spPr/>
    </dgm:pt>
    <dgm:pt modelId="{8DF12523-2492-4AF5-8FED-79994B358DCC}" type="pres">
      <dgm:prSet presAssocID="{F4C7F191-7EEF-459E-8741-95E22BE20235}" presName="text" presStyleLbl="fgAcc0" presStyleIdx="1" presStyleCnt="2">
        <dgm:presLayoutVars>
          <dgm:chPref val="3"/>
        </dgm:presLayoutVars>
      </dgm:prSet>
      <dgm:spPr/>
    </dgm:pt>
    <dgm:pt modelId="{B992EB79-C986-4D3C-9C28-9A2F99A9EF92}" type="pres">
      <dgm:prSet presAssocID="{F4C7F191-7EEF-459E-8741-95E22BE20235}" presName="hierChild2" presStyleCnt="0"/>
      <dgm:spPr/>
    </dgm:pt>
  </dgm:ptLst>
  <dgm:cxnLst>
    <dgm:cxn modelId="{63BD1222-9036-4F25-838F-87CDFA285784}" srcId="{459C873E-1B8F-4430-B470-ADE7F1CEE06F}" destId="{F520E674-426E-4441-A8BE-B93A953CE6E7}" srcOrd="0" destOrd="0" parTransId="{CC862F48-DF0C-4479-BA9F-CB0EC10FDCC1}" sibTransId="{8BB8F32A-0EDB-41E6-A89F-7C8D90C91228}"/>
    <dgm:cxn modelId="{AC940D25-722F-4FE7-B252-FB65CB931325}" type="presOf" srcId="{F520E674-426E-4441-A8BE-B93A953CE6E7}" destId="{C8F399F6-D8C8-4707-B59D-A3CA797001B8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E5862E59-19B7-4DC6-9A65-C42DBB308F0A}" srcId="{459C873E-1B8F-4430-B470-ADE7F1CEE06F}" destId="{F4C7F191-7EEF-459E-8741-95E22BE20235}" srcOrd="1" destOrd="0" parTransId="{8AD9F6D8-4C23-4C2F-A565-43C11C7D9474}" sibTransId="{2AD142D4-0245-4F26-B653-C8D0942BBFDB}"/>
    <dgm:cxn modelId="{7638C9A5-F212-402A-A529-9ABCC8AB50C9}" type="presOf" srcId="{F4C7F191-7EEF-459E-8741-95E22BE20235}" destId="{8DF12523-2492-4AF5-8FED-79994B358DCC}" srcOrd="0" destOrd="0" presId="urn:microsoft.com/office/officeart/2005/8/layout/hierarchy1"/>
    <dgm:cxn modelId="{2406AA18-F81E-41FC-AD4A-CB5B3D2AEBA1}" type="presParOf" srcId="{AFA9567D-F5E6-4484-86CE-614B07475BBC}" destId="{D67E16F1-38FD-477C-966B-FE016D6F43C8}" srcOrd="0" destOrd="0" presId="urn:microsoft.com/office/officeart/2005/8/layout/hierarchy1"/>
    <dgm:cxn modelId="{BBEAB21B-F190-4BE3-9FFA-41DACFCDCF49}" type="presParOf" srcId="{D67E16F1-38FD-477C-966B-FE016D6F43C8}" destId="{1C0F0AE6-1F5A-47B6-9A35-BBB1A7C099FD}" srcOrd="0" destOrd="0" presId="urn:microsoft.com/office/officeart/2005/8/layout/hierarchy1"/>
    <dgm:cxn modelId="{67024F71-45A3-479C-B308-9D6CA671506A}" type="presParOf" srcId="{1C0F0AE6-1F5A-47B6-9A35-BBB1A7C099FD}" destId="{24630AB0-74BB-4FCD-9B6F-B28D2EF4E542}" srcOrd="0" destOrd="0" presId="urn:microsoft.com/office/officeart/2005/8/layout/hierarchy1"/>
    <dgm:cxn modelId="{0E8E01DB-D673-402F-B9A5-8BA91A9FE645}" type="presParOf" srcId="{1C0F0AE6-1F5A-47B6-9A35-BBB1A7C099FD}" destId="{C8F399F6-D8C8-4707-B59D-A3CA797001B8}" srcOrd="1" destOrd="0" presId="urn:microsoft.com/office/officeart/2005/8/layout/hierarchy1"/>
    <dgm:cxn modelId="{49EF1A2A-C413-4351-860A-A76E1A752B32}" type="presParOf" srcId="{D67E16F1-38FD-477C-966B-FE016D6F43C8}" destId="{3C1E5408-C8F8-4D67-8766-A19CBEF850D1}" srcOrd="1" destOrd="0" presId="urn:microsoft.com/office/officeart/2005/8/layout/hierarchy1"/>
    <dgm:cxn modelId="{FA6B16C7-931B-4B99-B4C0-D1E80057CEDE}" type="presParOf" srcId="{AFA9567D-F5E6-4484-86CE-614B07475BBC}" destId="{C35AC604-67A2-41F3-96F3-885B7BD4F60F}" srcOrd="1" destOrd="0" presId="urn:microsoft.com/office/officeart/2005/8/layout/hierarchy1"/>
    <dgm:cxn modelId="{D7717F4E-FF1D-4F88-B055-4D3060D377EA}" type="presParOf" srcId="{C35AC604-67A2-41F3-96F3-885B7BD4F60F}" destId="{939D9044-A43F-45D1-870E-25D1D85D5F0B}" srcOrd="0" destOrd="0" presId="urn:microsoft.com/office/officeart/2005/8/layout/hierarchy1"/>
    <dgm:cxn modelId="{D7C8FCFB-E6E8-410F-B03B-16A37A5A8D5C}" type="presParOf" srcId="{939D9044-A43F-45D1-870E-25D1D85D5F0B}" destId="{61113E2C-81CD-453E-9AC3-9837629B40FF}" srcOrd="0" destOrd="0" presId="urn:microsoft.com/office/officeart/2005/8/layout/hierarchy1"/>
    <dgm:cxn modelId="{76195EDE-3F10-4C82-B2BE-B73132AB18DA}" type="presParOf" srcId="{939D9044-A43F-45D1-870E-25D1D85D5F0B}" destId="{8DF12523-2492-4AF5-8FED-79994B358DCC}" srcOrd="1" destOrd="0" presId="urn:microsoft.com/office/officeart/2005/8/layout/hierarchy1"/>
    <dgm:cxn modelId="{E1FDD84E-4B10-48FE-9E6D-E2872C6B5981}" type="presParOf" srcId="{C35AC604-67A2-41F3-96F3-885B7BD4F60F}" destId="{B992EB79-C986-4D3C-9C28-9A2F99A9EF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2CBD4F-0AE7-41B7-9530-9C2110DE8166}">
      <dgm:prSet custT="1"/>
      <dgm:spPr/>
      <dgm:t>
        <a:bodyPr/>
        <a:lstStyle/>
        <a:p>
          <a:r>
            <a:rPr lang="es-CR" sz="3200" noProof="0" dirty="0"/>
            <a:t>Una forma de lidiar con las celdas vacías es eliminar las filas que las contienen.</a:t>
          </a:r>
        </a:p>
      </dgm:t>
    </dgm:pt>
    <dgm:pt modelId="{683CA50F-C6FA-4AD8-A182-107CF1361628}" type="parTrans" cxnId="{E46B65C6-B149-4643-BB31-A252CA1940EC}">
      <dgm:prSet/>
      <dgm:spPr/>
      <dgm:t>
        <a:bodyPr/>
        <a:lstStyle/>
        <a:p>
          <a:endParaRPr lang="en-US"/>
        </a:p>
      </dgm:t>
    </dgm:pt>
    <dgm:pt modelId="{2BEE05DD-E802-4D88-9C06-89D804B2CB32}" type="sibTrans" cxnId="{E46B65C6-B149-4643-BB31-A252CA1940EC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D4C26D2-4B7C-42DF-B5CE-79C3F5CE138F}" type="pres">
      <dgm:prSet presAssocID="{5C2CBD4F-0AE7-41B7-9530-9C2110DE8166}" presName="hierRoot1" presStyleCnt="0"/>
      <dgm:spPr/>
    </dgm:pt>
    <dgm:pt modelId="{28014D36-AE6E-4087-B061-4DA7D918C523}" type="pres">
      <dgm:prSet presAssocID="{5C2CBD4F-0AE7-41B7-9530-9C2110DE8166}" presName="composite" presStyleCnt="0"/>
      <dgm:spPr/>
    </dgm:pt>
    <dgm:pt modelId="{CDF51137-DD0C-40BC-8127-739ABD8C13FE}" type="pres">
      <dgm:prSet presAssocID="{5C2CBD4F-0AE7-41B7-9530-9C2110DE8166}" presName="background" presStyleLbl="node0" presStyleIdx="0" presStyleCnt="1"/>
      <dgm:spPr/>
    </dgm:pt>
    <dgm:pt modelId="{6528F256-3346-4412-9ABB-93E5831EE92E}" type="pres">
      <dgm:prSet presAssocID="{5C2CBD4F-0AE7-41B7-9530-9C2110DE8166}" presName="text" presStyleLbl="fgAcc0" presStyleIdx="0" presStyleCnt="1">
        <dgm:presLayoutVars>
          <dgm:chPref val="3"/>
        </dgm:presLayoutVars>
      </dgm:prSet>
      <dgm:spPr/>
    </dgm:pt>
    <dgm:pt modelId="{5B28DDE3-920C-42AF-B6B0-83BECA0D200A}" type="pres">
      <dgm:prSet presAssocID="{5C2CBD4F-0AE7-41B7-9530-9C2110DE8166}" presName="hierChild2" presStyleCnt="0"/>
      <dgm:spPr/>
    </dgm:pt>
  </dgm:ptLst>
  <dgm:cxnLst>
    <dgm:cxn modelId="{22893D00-2B0A-40F2-B9AC-0894035BDAF5}" type="presOf" srcId="{5C2CBD4F-0AE7-41B7-9530-9C2110DE8166}" destId="{6528F256-3346-4412-9ABB-93E5831EE92E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E46B65C6-B149-4643-BB31-A252CA1940EC}" srcId="{459C873E-1B8F-4430-B470-ADE7F1CEE06F}" destId="{5C2CBD4F-0AE7-41B7-9530-9C2110DE8166}" srcOrd="0" destOrd="0" parTransId="{683CA50F-C6FA-4AD8-A182-107CF1361628}" sibTransId="{2BEE05DD-E802-4D88-9C06-89D804B2CB32}"/>
    <dgm:cxn modelId="{E6ECBE56-5CA3-4712-B43A-5E9A1522096E}" type="presParOf" srcId="{AFA9567D-F5E6-4484-86CE-614B07475BBC}" destId="{DD4C26D2-4B7C-42DF-B5CE-79C3F5CE138F}" srcOrd="0" destOrd="0" presId="urn:microsoft.com/office/officeart/2005/8/layout/hierarchy1"/>
    <dgm:cxn modelId="{5D51CE49-7D55-4262-ABF4-237D77875066}" type="presParOf" srcId="{DD4C26D2-4B7C-42DF-B5CE-79C3F5CE138F}" destId="{28014D36-AE6E-4087-B061-4DA7D918C523}" srcOrd="0" destOrd="0" presId="urn:microsoft.com/office/officeart/2005/8/layout/hierarchy1"/>
    <dgm:cxn modelId="{EF5628A9-7064-4A69-B62B-88202275154B}" type="presParOf" srcId="{28014D36-AE6E-4087-B061-4DA7D918C523}" destId="{CDF51137-DD0C-40BC-8127-739ABD8C13FE}" srcOrd="0" destOrd="0" presId="urn:microsoft.com/office/officeart/2005/8/layout/hierarchy1"/>
    <dgm:cxn modelId="{BD9012E4-DA55-4D1D-A8C7-8DC05CB68FD5}" type="presParOf" srcId="{28014D36-AE6E-4087-B061-4DA7D918C523}" destId="{6528F256-3346-4412-9ABB-93E5831EE92E}" srcOrd="1" destOrd="0" presId="urn:microsoft.com/office/officeart/2005/8/layout/hierarchy1"/>
    <dgm:cxn modelId="{888EE2C3-92DB-4477-9905-1D1900A757E2}" type="presParOf" srcId="{DD4C26D2-4B7C-42DF-B5CE-79C3F5CE138F}" destId="{5B28DDE3-920C-42AF-B6B0-83BECA0D200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2CBD4F-0AE7-41B7-9530-9C2110DE8166}">
      <dgm:prSet custT="1"/>
      <dgm:spPr/>
      <dgm:t>
        <a:bodyPr/>
        <a:lstStyle/>
        <a:p>
          <a:r>
            <a:rPr lang="es-CR" sz="3200" noProof="0" dirty="0"/>
            <a:t>Otra forma de lidiar con las celdas vacías es insertar un nuevo valor.</a:t>
          </a:r>
        </a:p>
      </dgm:t>
    </dgm:pt>
    <dgm:pt modelId="{683CA50F-C6FA-4AD8-A182-107CF1361628}" type="parTrans" cxnId="{E46B65C6-B149-4643-BB31-A252CA1940EC}">
      <dgm:prSet/>
      <dgm:spPr/>
      <dgm:t>
        <a:bodyPr/>
        <a:lstStyle/>
        <a:p>
          <a:endParaRPr lang="en-US"/>
        </a:p>
      </dgm:t>
    </dgm:pt>
    <dgm:pt modelId="{2BEE05DD-E802-4D88-9C06-89D804B2CB32}" type="sibTrans" cxnId="{E46B65C6-B149-4643-BB31-A252CA1940EC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D4C26D2-4B7C-42DF-B5CE-79C3F5CE138F}" type="pres">
      <dgm:prSet presAssocID="{5C2CBD4F-0AE7-41B7-9530-9C2110DE8166}" presName="hierRoot1" presStyleCnt="0"/>
      <dgm:spPr/>
    </dgm:pt>
    <dgm:pt modelId="{28014D36-AE6E-4087-B061-4DA7D918C523}" type="pres">
      <dgm:prSet presAssocID="{5C2CBD4F-0AE7-41B7-9530-9C2110DE8166}" presName="composite" presStyleCnt="0"/>
      <dgm:spPr/>
    </dgm:pt>
    <dgm:pt modelId="{CDF51137-DD0C-40BC-8127-739ABD8C13FE}" type="pres">
      <dgm:prSet presAssocID="{5C2CBD4F-0AE7-41B7-9530-9C2110DE8166}" presName="background" presStyleLbl="node0" presStyleIdx="0" presStyleCnt="1"/>
      <dgm:spPr/>
    </dgm:pt>
    <dgm:pt modelId="{6528F256-3346-4412-9ABB-93E5831EE92E}" type="pres">
      <dgm:prSet presAssocID="{5C2CBD4F-0AE7-41B7-9530-9C2110DE8166}" presName="text" presStyleLbl="fgAcc0" presStyleIdx="0" presStyleCnt="1">
        <dgm:presLayoutVars>
          <dgm:chPref val="3"/>
        </dgm:presLayoutVars>
      </dgm:prSet>
      <dgm:spPr/>
    </dgm:pt>
    <dgm:pt modelId="{5B28DDE3-920C-42AF-B6B0-83BECA0D200A}" type="pres">
      <dgm:prSet presAssocID="{5C2CBD4F-0AE7-41B7-9530-9C2110DE8166}" presName="hierChild2" presStyleCnt="0"/>
      <dgm:spPr/>
    </dgm:pt>
  </dgm:ptLst>
  <dgm:cxnLst>
    <dgm:cxn modelId="{22893D00-2B0A-40F2-B9AC-0894035BDAF5}" type="presOf" srcId="{5C2CBD4F-0AE7-41B7-9530-9C2110DE8166}" destId="{6528F256-3346-4412-9ABB-93E5831EE92E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E46B65C6-B149-4643-BB31-A252CA1940EC}" srcId="{459C873E-1B8F-4430-B470-ADE7F1CEE06F}" destId="{5C2CBD4F-0AE7-41B7-9530-9C2110DE8166}" srcOrd="0" destOrd="0" parTransId="{683CA50F-C6FA-4AD8-A182-107CF1361628}" sibTransId="{2BEE05DD-E802-4D88-9C06-89D804B2CB32}"/>
    <dgm:cxn modelId="{E6ECBE56-5CA3-4712-B43A-5E9A1522096E}" type="presParOf" srcId="{AFA9567D-F5E6-4484-86CE-614B07475BBC}" destId="{DD4C26D2-4B7C-42DF-B5CE-79C3F5CE138F}" srcOrd="0" destOrd="0" presId="urn:microsoft.com/office/officeart/2005/8/layout/hierarchy1"/>
    <dgm:cxn modelId="{5D51CE49-7D55-4262-ABF4-237D77875066}" type="presParOf" srcId="{DD4C26D2-4B7C-42DF-B5CE-79C3F5CE138F}" destId="{28014D36-AE6E-4087-B061-4DA7D918C523}" srcOrd="0" destOrd="0" presId="urn:microsoft.com/office/officeart/2005/8/layout/hierarchy1"/>
    <dgm:cxn modelId="{EF5628A9-7064-4A69-B62B-88202275154B}" type="presParOf" srcId="{28014D36-AE6E-4087-B061-4DA7D918C523}" destId="{CDF51137-DD0C-40BC-8127-739ABD8C13FE}" srcOrd="0" destOrd="0" presId="urn:microsoft.com/office/officeart/2005/8/layout/hierarchy1"/>
    <dgm:cxn modelId="{BD9012E4-DA55-4D1D-A8C7-8DC05CB68FD5}" type="presParOf" srcId="{28014D36-AE6E-4087-B061-4DA7D918C523}" destId="{6528F256-3346-4412-9ABB-93E5831EE92E}" srcOrd="1" destOrd="0" presId="urn:microsoft.com/office/officeart/2005/8/layout/hierarchy1"/>
    <dgm:cxn modelId="{888EE2C3-92DB-4477-9905-1D1900A757E2}" type="presParOf" srcId="{DD4C26D2-4B7C-42DF-B5CE-79C3F5CE138F}" destId="{5B28DDE3-920C-42AF-B6B0-83BECA0D200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2CBD4F-0AE7-41B7-9530-9C2110DE8166}">
      <dgm:prSet custT="1"/>
      <dgm:spPr/>
      <dgm:t>
        <a:bodyPr/>
        <a:lstStyle/>
        <a:p>
          <a:r>
            <a:rPr lang="es-CR" sz="3200" noProof="0" dirty="0"/>
            <a:t>Para reemplazar únicamente los valores vacíos de una columna, especifique el nombre de la columna para el </a:t>
          </a:r>
          <a:r>
            <a:rPr lang="es-CR" sz="3200" noProof="0" dirty="0" err="1"/>
            <a:t>DataFrame</a:t>
          </a:r>
          <a:r>
            <a:rPr lang="es-CR" sz="3200" noProof="0" dirty="0"/>
            <a:t>.</a:t>
          </a:r>
        </a:p>
      </dgm:t>
    </dgm:pt>
    <dgm:pt modelId="{683CA50F-C6FA-4AD8-A182-107CF1361628}" type="parTrans" cxnId="{E46B65C6-B149-4643-BB31-A252CA1940EC}">
      <dgm:prSet/>
      <dgm:spPr/>
      <dgm:t>
        <a:bodyPr/>
        <a:lstStyle/>
        <a:p>
          <a:endParaRPr lang="en-US"/>
        </a:p>
      </dgm:t>
    </dgm:pt>
    <dgm:pt modelId="{2BEE05DD-E802-4D88-9C06-89D804B2CB32}" type="sibTrans" cxnId="{E46B65C6-B149-4643-BB31-A252CA1940EC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D4C26D2-4B7C-42DF-B5CE-79C3F5CE138F}" type="pres">
      <dgm:prSet presAssocID="{5C2CBD4F-0AE7-41B7-9530-9C2110DE8166}" presName="hierRoot1" presStyleCnt="0"/>
      <dgm:spPr/>
    </dgm:pt>
    <dgm:pt modelId="{28014D36-AE6E-4087-B061-4DA7D918C523}" type="pres">
      <dgm:prSet presAssocID="{5C2CBD4F-0AE7-41B7-9530-9C2110DE8166}" presName="composite" presStyleCnt="0"/>
      <dgm:spPr/>
    </dgm:pt>
    <dgm:pt modelId="{CDF51137-DD0C-40BC-8127-739ABD8C13FE}" type="pres">
      <dgm:prSet presAssocID="{5C2CBD4F-0AE7-41B7-9530-9C2110DE8166}" presName="background" presStyleLbl="node0" presStyleIdx="0" presStyleCnt="1"/>
      <dgm:spPr/>
    </dgm:pt>
    <dgm:pt modelId="{6528F256-3346-4412-9ABB-93E5831EE92E}" type="pres">
      <dgm:prSet presAssocID="{5C2CBD4F-0AE7-41B7-9530-9C2110DE8166}" presName="text" presStyleLbl="fgAcc0" presStyleIdx="0" presStyleCnt="1">
        <dgm:presLayoutVars>
          <dgm:chPref val="3"/>
        </dgm:presLayoutVars>
      </dgm:prSet>
      <dgm:spPr/>
    </dgm:pt>
    <dgm:pt modelId="{5B28DDE3-920C-42AF-B6B0-83BECA0D200A}" type="pres">
      <dgm:prSet presAssocID="{5C2CBD4F-0AE7-41B7-9530-9C2110DE8166}" presName="hierChild2" presStyleCnt="0"/>
      <dgm:spPr/>
    </dgm:pt>
  </dgm:ptLst>
  <dgm:cxnLst>
    <dgm:cxn modelId="{22893D00-2B0A-40F2-B9AC-0894035BDAF5}" type="presOf" srcId="{5C2CBD4F-0AE7-41B7-9530-9C2110DE8166}" destId="{6528F256-3346-4412-9ABB-93E5831EE92E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E46B65C6-B149-4643-BB31-A252CA1940EC}" srcId="{459C873E-1B8F-4430-B470-ADE7F1CEE06F}" destId="{5C2CBD4F-0AE7-41B7-9530-9C2110DE8166}" srcOrd="0" destOrd="0" parTransId="{683CA50F-C6FA-4AD8-A182-107CF1361628}" sibTransId="{2BEE05DD-E802-4D88-9C06-89D804B2CB32}"/>
    <dgm:cxn modelId="{E6ECBE56-5CA3-4712-B43A-5E9A1522096E}" type="presParOf" srcId="{AFA9567D-F5E6-4484-86CE-614B07475BBC}" destId="{DD4C26D2-4B7C-42DF-B5CE-79C3F5CE138F}" srcOrd="0" destOrd="0" presId="urn:microsoft.com/office/officeart/2005/8/layout/hierarchy1"/>
    <dgm:cxn modelId="{5D51CE49-7D55-4262-ABF4-237D77875066}" type="presParOf" srcId="{DD4C26D2-4B7C-42DF-B5CE-79C3F5CE138F}" destId="{28014D36-AE6E-4087-B061-4DA7D918C523}" srcOrd="0" destOrd="0" presId="urn:microsoft.com/office/officeart/2005/8/layout/hierarchy1"/>
    <dgm:cxn modelId="{EF5628A9-7064-4A69-B62B-88202275154B}" type="presParOf" srcId="{28014D36-AE6E-4087-B061-4DA7D918C523}" destId="{CDF51137-DD0C-40BC-8127-739ABD8C13FE}" srcOrd="0" destOrd="0" presId="urn:microsoft.com/office/officeart/2005/8/layout/hierarchy1"/>
    <dgm:cxn modelId="{BD9012E4-DA55-4D1D-A8C7-8DC05CB68FD5}" type="presParOf" srcId="{28014D36-AE6E-4087-B061-4DA7D918C523}" destId="{6528F256-3346-4412-9ABB-93E5831EE92E}" srcOrd="1" destOrd="0" presId="urn:microsoft.com/office/officeart/2005/8/layout/hierarchy1"/>
    <dgm:cxn modelId="{888EE2C3-92DB-4477-9905-1D1900A757E2}" type="presParOf" srcId="{DD4C26D2-4B7C-42DF-B5CE-79C3F5CE138F}" destId="{5B28DDE3-920C-42AF-B6B0-83BECA0D200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20E674-426E-4441-A8BE-B93A953CE6E7}">
      <dgm:prSet custT="1"/>
      <dgm:spPr/>
      <dgm:t>
        <a:bodyPr/>
        <a:lstStyle/>
        <a:p>
          <a:r>
            <a:rPr lang="es-CR" sz="3200" noProof="0" dirty="0"/>
            <a:t>Una forma común de reemplazar las celdas vacías es calcular la media, la mediana o la moda de la columna.</a:t>
          </a:r>
        </a:p>
      </dgm:t>
    </dgm:pt>
    <dgm:pt modelId="{CC862F48-DF0C-4479-BA9F-CB0EC10FDCC1}" type="parTrans" cxnId="{63BD1222-9036-4F25-838F-87CDFA285784}">
      <dgm:prSet/>
      <dgm:spPr/>
      <dgm:t>
        <a:bodyPr/>
        <a:lstStyle/>
        <a:p>
          <a:endParaRPr lang="en-US"/>
        </a:p>
      </dgm:t>
    </dgm:pt>
    <dgm:pt modelId="{8BB8F32A-0EDB-41E6-A89F-7C8D90C91228}" type="sibTrans" cxnId="{63BD1222-9036-4F25-838F-87CDFA285784}">
      <dgm:prSet/>
      <dgm:spPr/>
      <dgm:t>
        <a:bodyPr/>
        <a:lstStyle/>
        <a:p>
          <a:endParaRPr lang="en-US"/>
        </a:p>
      </dgm:t>
    </dgm:pt>
    <dgm:pt modelId="{CDE69FDB-1F41-4538-B57E-4DBFC1555C98}">
      <dgm:prSet/>
      <dgm:spPr/>
      <dgm:t>
        <a:bodyPr/>
        <a:lstStyle/>
        <a:p>
          <a:pPr algn="ctr"/>
          <a:r>
            <a:rPr lang="es-CR" noProof="0" dirty="0"/>
            <a:t>Pandas utiliza los métodos </a:t>
          </a:r>
          <a:r>
            <a:rPr lang="es-CR" i="1" noProof="0" dirty="0"/>
            <a:t>mean()</a:t>
          </a:r>
          <a:r>
            <a:rPr lang="es-CR" noProof="0" dirty="0"/>
            <a:t>, </a:t>
          </a:r>
          <a:r>
            <a:rPr lang="es-CR" i="1" noProof="0" dirty="0"/>
            <a:t>median()</a:t>
          </a:r>
          <a:r>
            <a:rPr lang="es-CR" noProof="0" dirty="0"/>
            <a:t> y </a:t>
          </a:r>
          <a:r>
            <a:rPr lang="es-CR" i="1" noProof="0" dirty="0" err="1"/>
            <a:t>mode</a:t>
          </a:r>
          <a:r>
            <a:rPr lang="es-CR" i="1" noProof="0" dirty="0"/>
            <a:t>()</a:t>
          </a:r>
          <a:r>
            <a:rPr lang="es-CR" noProof="0" dirty="0"/>
            <a:t> para calcular los valores respectivos de una columna específica:</a:t>
          </a:r>
        </a:p>
      </dgm:t>
    </dgm:pt>
    <dgm:pt modelId="{A14542DB-2AE2-4555-BA7E-47B6378C9A04}" type="parTrans" cxnId="{BCC19725-8999-4712-B272-37BE07E37D3A}">
      <dgm:prSet/>
      <dgm:spPr/>
      <dgm:t>
        <a:bodyPr/>
        <a:lstStyle/>
        <a:p>
          <a:endParaRPr lang="en-US"/>
        </a:p>
      </dgm:t>
    </dgm:pt>
    <dgm:pt modelId="{B1B71599-DBFC-4F53-A60B-C6EBD1159BAA}" type="sibTrans" cxnId="{BCC19725-8999-4712-B272-37BE07E37D3A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7E16F1-38FD-477C-966B-FE016D6F43C8}" type="pres">
      <dgm:prSet presAssocID="{F520E674-426E-4441-A8BE-B93A953CE6E7}" presName="hierRoot1" presStyleCnt="0"/>
      <dgm:spPr/>
    </dgm:pt>
    <dgm:pt modelId="{1C0F0AE6-1F5A-47B6-9A35-BBB1A7C099FD}" type="pres">
      <dgm:prSet presAssocID="{F520E674-426E-4441-A8BE-B93A953CE6E7}" presName="composite" presStyleCnt="0"/>
      <dgm:spPr/>
    </dgm:pt>
    <dgm:pt modelId="{24630AB0-74BB-4FCD-9B6F-B28D2EF4E542}" type="pres">
      <dgm:prSet presAssocID="{F520E674-426E-4441-A8BE-B93A953CE6E7}" presName="background" presStyleLbl="node0" presStyleIdx="0" presStyleCnt="2"/>
      <dgm:spPr/>
    </dgm:pt>
    <dgm:pt modelId="{C8F399F6-D8C8-4707-B59D-A3CA797001B8}" type="pres">
      <dgm:prSet presAssocID="{F520E674-426E-4441-A8BE-B93A953CE6E7}" presName="text" presStyleLbl="fgAcc0" presStyleIdx="0" presStyleCnt="2">
        <dgm:presLayoutVars>
          <dgm:chPref val="3"/>
        </dgm:presLayoutVars>
      </dgm:prSet>
      <dgm:spPr/>
    </dgm:pt>
    <dgm:pt modelId="{3C1E5408-C8F8-4D67-8766-A19CBEF850D1}" type="pres">
      <dgm:prSet presAssocID="{F520E674-426E-4441-A8BE-B93A953CE6E7}" presName="hierChild2" presStyleCnt="0"/>
      <dgm:spPr/>
    </dgm:pt>
    <dgm:pt modelId="{A00B56AE-9805-4205-AF6E-01075218B982}" type="pres">
      <dgm:prSet presAssocID="{CDE69FDB-1F41-4538-B57E-4DBFC1555C98}" presName="hierRoot1" presStyleCnt="0"/>
      <dgm:spPr/>
    </dgm:pt>
    <dgm:pt modelId="{BA413AAC-ACC7-4181-9CA6-3AD4D2B7C8DE}" type="pres">
      <dgm:prSet presAssocID="{CDE69FDB-1F41-4538-B57E-4DBFC1555C98}" presName="composite" presStyleCnt="0"/>
      <dgm:spPr/>
    </dgm:pt>
    <dgm:pt modelId="{C0081524-7AA9-4AA7-BE87-C6F17D6BE20D}" type="pres">
      <dgm:prSet presAssocID="{CDE69FDB-1F41-4538-B57E-4DBFC1555C98}" presName="background" presStyleLbl="node0" presStyleIdx="1" presStyleCnt="2"/>
      <dgm:spPr/>
    </dgm:pt>
    <dgm:pt modelId="{EFC3F59C-A311-4CFB-B307-CA56AF0BC4CD}" type="pres">
      <dgm:prSet presAssocID="{CDE69FDB-1F41-4538-B57E-4DBFC1555C98}" presName="text" presStyleLbl="fgAcc0" presStyleIdx="1" presStyleCnt="2">
        <dgm:presLayoutVars>
          <dgm:chPref val="3"/>
        </dgm:presLayoutVars>
      </dgm:prSet>
      <dgm:spPr/>
    </dgm:pt>
    <dgm:pt modelId="{84A88F56-B428-4711-A490-A2E3D60B08D3}" type="pres">
      <dgm:prSet presAssocID="{CDE69FDB-1F41-4538-B57E-4DBFC1555C98}" presName="hierChild2" presStyleCnt="0"/>
      <dgm:spPr/>
    </dgm:pt>
  </dgm:ptLst>
  <dgm:cxnLst>
    <dgm:cxn modelId="{63BD1222-9036-4F25-838F-87CDFA285784}" srcId="{459C873E-1B8F-4430-B470-ADE7F1CEE06F}" destId="{F520E674-426E-4441-A8BE-B93A953CE6E7}" srcOrd="0" destOrd="0" parTransId="{CC862F48-DF0C-4479-BA9F-CB0EC10FDCC1}" sibTransId="{8BB8F32A-0EDB-41E6-A89F-7C8D90C91228}"/>
    <dgm:cxn modelId="{AC940D25-722F-4FE7-B252-FB65CB931325}" type="presOf" srcId="{F520E674-426E-4441-A8BE-B93A953CE6E7}" destId="{C8F399F6-D8C8-4707-B59D-A3CA797001B8}" srcOrd="0" destOrd="0" presId="urn:microsoft.com/office/officeart/2005/8/layout/hierarchy1"/>
    <dgm:cxn modelId="{BCC19725-8999-4712-B272-37BE07E37D3A}" srcId="{459C873E-1B8F-4430-B470-ADE7F1CEE06F}" destId="{CDE69FDB-1F41-4538-B57E-4DBFC1555C98}" srcOrd="1" destOrd="0" parTransId="{A14542DB-2AE2-4555-BA7E-47B6378C9A04}" sibTransId="{B1B71599-DBFC-4F53-A60B-C6EBD1159BAA}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3762FCE4-172B-4E67-AF8E-4BB9A06712B0}" type="presOf" srcId="{CDE69FDB-1F41-4538-B57E-4DBFC1555C98}" destId="{EFC3F59C-A311-4CFB-B307-CA56AF0BC4CD}" srcOrd="0" destOrd="0" presId="urn:microsoft.com/office/officeart/2005/8/layout/hierarchy1"/>
    <dgm:cxn modelId="{2406AA18-F81E-41FC-AD4A-CB5B3D2AEBA1}" type="presParOf" srcId="{AFA9567D-F5E6-4484-86CE-614B07475BBC}" destId="{D67E16F1-38FD-477C-966B-FE016D6F43C8}" srcOrd="0" destOrd="0" presId="urn:microsoft.com/office/officeart/2005/8/layout/hierarchy1"/>
    <dgm:cxn modelId="{BBEAB21B-F190-4BE3-9FFA-41DACFCDCF49}" type="presParOf" srcId="{D67E16F1-38FD-477C-966B-FE016D6F43C8}" destId="{1C0F0AE6-1F5A-47B6-9A35-BBB1A7C099FD}" srcOrd="0" destOrd="0" presId="urn:microsoft.com/office/officeart/2005/8/layout/hierarchy1"/>
    <dgm:cxn modelId="{67024F71-45A3-479C-B308-9D6CA671506A}" type="presParOf" srcId="{1C0F0AE6-1F5A-47B6-9A35-BBB1A7C099FD}" destId="{24630AB0-74BB-4FCD-9B6F-B28D2EF4E542}" srcOrd="0" destOrd="0" presId="urn:microsoft.com/office/officeart/2005/8/layout/hierarchy1"/>
    <dgm:cxn modelId="{0E8E01DB-D673-402F-B9A5-8BA91A9FE645}" type="presParOf" srcId="{1C0F0AE6-1F5A-47B6-9A35-BBB1A7C099FD}" destId="{C8F399F6-D8C8-4707-B59D-A3CA797001B8}" srcOrd="1" destOrd="0" presId="urn:microsoft.com/office/officeart/2005/8/layout/hierarchy1"/>
    <dgm:cxn modelId="{49EF1A2A-C413-4351-860A-A76E1A752B32}" type="presParOf" srcId="{D67E16F1-38FD-477C-966B-FE016D6F43C8}" destId="{3C1E5408-C8F8-4D67-8766-A19CBEF850D1}" srcOrd="1" destOrd="0" presId="urn:microsoft.com/office/officeart/2005/8/layout/hierarchy1"/>
    <dgm:cxn modelId="{1C4B6E4D-CA14-44F2-B2B2-35B8BB7D9D13}" type="presParOf" srcId="{AFA9567D-F5E6-4484-86CE-614B07475BBC}" destId="{A00B56AE-9805-4205-AF6E-01075218B982}" srcOrd="1" destOrd="0" presId="urn:microsoft.com/office/officeart/2005/8/layout/hierarchy1"/>
    <dgm:cxn modelId="{049ECC4B-E7D2-463D-8C56-EC81B9CFCC08}" type="presParOf" srcId="{A00B56AE-9805-4205-AF6E-01075218B982}" destId="{BA413AAC-ACC7-4181-9CA6-3AD4D2B7C8DE}" srcOrd="0" destOrd="0" presId="urn:microsoft.com/office/officeart/2005/8/layout/hierarchy1"/>
    <dgm:cxn modelId="{9B5D8887-381C-4993-B109-E41E25B7ADD9}" type="presParOf" srcId="{BA413AAC-ACC7-4181-9CA6-3AD4D2B7C8DE}" destId="{C0081524-7AA9-4AA7-BE87-C6F17D6BE20D}" srcOrd="0" destOrd="0" presId="urn:microsoft.com/office/officeart/2005/8/layout/hierarchy1"/>
    <dgm:cxn modelId="{453424C1-71BA-4C72-8A6B-625A971026D2}" type="presParOf" srcId="{BA413AAC-ACC7-4181-9CA6-3AD4D2B7C8DE}" destId="{EFC3F59C-A311-4CFB-B307-CA56AF0BC4CD}" srcOrd="1" destOrd="0" presId="urn:microsoft.com/office/officeart/2005/8/layout/hierarchy1"/>
    <dgm:cxn modelId="{E20CDF24-0B6F-4F28-AA2C-528DB6D21ECB}" type="presParOf" srcId="{A00B56AE-9805-4205-AF6E-01075218B982}" destId="{84A88F56-B428-4711-A490-A2E3D60B08D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20E674-426E-4441-A8BE-B93A953CE6E7}">
      <dgm:prSet custT="1"/>
      <dgm:spPr/>
      <dgm:t>
        <a:bodyPr/>
        <a:lstStyle/>
        <a:p>
          <a:r>
            <a:rPr lang="es-CR" sz="2800" noProof="0" dirty="0"/>
            <a:t>Las celdas con datos en formato incorrecto pueden dificultar, o incluso imposibilitar, el análisis de los datos.</a:t>
          </a:r>
        </a:p>
      </dgm:t>
    </dgm:pt>
    <dgm:pt modelId="{CC862F48-DF0C-4479-BA9F-CB0EC10FDCC1}" type="parTrans" cxnId="{63BD1222-9036-4F25-838F-87CDFA285784}">
      <dgm:prSet/>
      <dgm:spPr/>
      <dgm:t>
        <a:bodyPr/>
        <a:lstStyle/>
        <a:p>
          <a:endParaRPr lang="en-US"/>
        </a:p>
      </dgm:t>
    </dgm:pt>
    <dgm:pt modelId="{8BB8F32A-0EDB-41E6-A89F-7C8D90C91228}" type="sibTrans" cxnId="{63BD1222-9036-4F25-838F-87CDFA285784}">
      <dgm:prSet/>
      <dgm:spPr/>
      <dgm:t>
        <a:bodyPr/>
        <a:lstStyle/>
        <a:p>
          <a:endParaRPr lang="en-US"/>
        </a:p>
      </dgm:t>
    </dgm:pt>
    <dgm:pt modelId="{ED8A7F55-4929-49B3-A2A0-A82745BA64D5}">
      <dgm:prSet custT="1"/>
      <dgm:spPr/>
      <dgm:t>
        <a:bodyPr/>
        <a:lstStyle/>
        <a:p>
          <a:r>
            <a:rPr lang="es-CR" sz="2800" noProof="0" dirty="0"/>
            <a:t>Para solucionarlo, tienes dos opciones: eliminar las filas o convertir todas las celdas de las columnas al mismo formato.</a:t>
          </a:r>
        </a:p>
      </dgm:t>
    </dgm:pt>
    <dgm:pt modelId="{A87AC719-84F6-4D1A-A8D0-73D03D899346}" type="parTrans" cxnId="{37FE7190-8775-46AD-AB77-03295FB93673}">
      <dgm:prSet/>
      <dgm:spPr/>
      <dgm:t>
        <a:bodyPr/>
        <a:lstStyle/>
        <a:p>
          <a:endParaRPr lang="en-US"/>
        </a:p>
      </dgm:t>
    </dgm:pt>
    <dgm:pt modelId="{C81DA3A3-2D9A-4FC2-9D52-36E9D2BAB36A}" type="sibTrans" cxnId="{37FE7190-8775-46AD-AB77-03295FB93673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7E16F1-38FD-477C-966B-FE016D6F43C8}" type="pres">
      <dgm:prSet presAssocID="{F520E674-426E-4441-A8BE-B93A953CE6E7}" presName="hierRoot1" presStyleCnt="0"/>
      <dgm:spPr/>
    </dgm:pt>
    <dgm:pt modelId="{1C0F0AE6-1F5A-47B6-9A35-BBB1A7C099FD}" type="pres">
      <dgm:prSet presAssocID="{F520E674-426E-4441-A8BE-B93A953CE6E7}" presName="composite" presStyleCnt="0"/>
      <dgm:spPr/>
    </dgm:pt>
    <dgm:pt modelId="{24630AB0-74BB-4FCD-9B6F-B28D2EF4E542}" type="pres">
      <dgm:prSet presAssocID="{F520E674-426E-4441-A8BE-B93A953CE6E7}" presName="background" presStyleLbl="node0" presStyleIdx="0" presStyleCnt="2"/>
      <dgm:spPr/>
    </dgm:pt>
    <dgm:pt modelId="{C8F399F6-D8C8-4707-B59D-A3CA797001B8}" type="pres">
      <dgm:prSet presAssocID="{F520E674-426E-4441-A8BE-B93A953CE6E7}" presName="text" presStyleLbl="fgAcc0" presStyleIdx="0" presStyleCnt="2">
        <dgm:presLayoutVars>
          <dgm:chPref val="3"/>
        </dgm:presLayoutVars>
      </dgm:prSet>
      <dgm:spPr/>
    </dgm:pt>
    <dgm:pt modelId="{3C1E5408-C8F8-4D67-8766-A19CBEF850D1}" type="pres">
      <dgm:prSet presAssocID="{F520E674-426E-4441-A8BE-B93A953CE6E7}" presName="hierChild2" presStyleCnt="0"/>
      <dgm:spPr/>
    </dgm:pt>
    <dgm:pt modelId="{54FDFFA4-5D57-47A7-8694-6BCB8CD387C6}" type="pres">
      <dgm:prSet presAssocID="{ED8A7F55-4929-49B3-A2A0-A82745BA64D5}" presName="hierRoot1" presStyleCnt="0"/>
      <dgm:spPr/>
    </dgm:pt>
    <dgm:pt modelId="{E0FDA1EC-8FD9-4371-AE00-09ED38EE93FF}" type="pres">
      <dgm:prSet presAssocID="{ED8A7F55-4929-49B3-A2A0-A82745BA64D5}" presName="composite" presStyleCnt="0"/>
      <dgm:spPr/>
    </dgm:pt>
    <dgm:pt modelId="{FEFA197A-2A6E-460A-BCEF-854487BE1031}" type="pres">
      <dgm:prSet presAssocID="{ED8A7F55-4929-49B3-A2A0-A82745BA64D5}" presName="background" presStyleLbl="node0" presStyleIdx="1" presStyleCnt="2"/>
      <dgm:spPr/>
    </dgm:pt>
    <dgm:pt modelId="{72AB1257-4687-4E89-A348-E3A8B54CFB6D}" type="pres">
      <dgm:prSet presAssocID="{ED8A7F55-4929-49B3-A2A0-A82745BA64D5}" presName="text" presStyleLbl="fgAcc0" presStyleIdx="1" presStyleCnt="2">
        <dgm:presLayoutVars>
          <dgm:chPref val="3"/>
        </dgm:presLayoutVars>
      </dgm:prSet>
      <dgm:spPr/>
    </dgm:pt>
    <dgm:pt modelId="{B53479DF-4E9C-479F-8961-C36CE17B281B}" type="pres">
      <dgm:prSet presAssocID="{ED8A7F55-4929-49B3-A2A0-A82745BA64D5}" presName="hierChild2" presStyleCnt="0"/>
      <dgm:spPr/>
    </dgm:pt>
  </dgm:ptLst>
  <dgm:cxnLst>
    <dgm:cxn modelId="{63BD1222-9036-4F25-838F-87CDFA285784}" srcId="{459C873E-1B8F-4430-B470-ADE7F1CEE06F}" destId="{F520E674-426E-4441-A8BE-B93A953CE6E7}" srcOrd="0" destOrd="0" parTransId="{CC862F48-DF0C-4479-BA9F-CB0EC10FDCC1}" sibTransId="{8BB8F32A-0EDB-41E6-A89F-7C8D90C91228}"/>
    <dgm:cxn modelId="{AC940D25-722F-4FE7-B252-FB65CB931325}" type="presOf" srcId="{F520E674-426E-4441-A8BE-B93A953CE6E7}" destId="{C8F399F6-D8C8-4707-B59D-A3CA797001B8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C7F71A59-2AD3-4AAA-879D-02675A06EF9C}" type="presOf" srcId="{ED8A7F55-4929-49B3-A2A0-A82745BA64D5}" destId="{72AB1257-4687-4E89-A348-E3A8B54CFB6D}" srcOrd="0" destOrd="0" presId="urn:microsoft.com/office/officeart/2005/8/layout/hierarchy1"/>
    <dgm:cxn modelId="{37FE7190-8775-46AD-AB77-03295FB93673}" srcId="{459C873E-1B8F-4430-B470-ADE7F1CEE06F}" destId="{ED8A7F55-4929-49B3-A2A0-A82745BA64D5}" srcOrd="1" destOrd="0" parTransId="{A87AC719-84F6-4D1A-A8D0-73D03D899346}" sibTransId="{C81DA3A3-2D9A-4FC2-9D52-36E9D2BAB36A}"/>
    <dgm:cxn modelId="{2406AA18-F81E-41FC-AD4A-CB5B3D2AEBA1}" type="presParOf" srcId="{AFA9567D-F5E6-4484-86CE-614B07475BBC}" destId="{D67E16F1-38FD-477C-966B-FE016D6F43C8}" srcOrd="0" destOrd="0" presId="urn:microsoft.com/office/officeart/2005/8/layout/hierarchy1"/>
    <dgm:cxn modelId="{BBEAB21B-F190-4BE3-9FFA-41DACFCDCF49}" type="presParOf" srcId="{D67E16F1-38FD-477C-966B-FE016D6F43C8}" destId="{1C0F0AE6-1F5A-47B6-9A35-BBB1A7C099FD}" srcOrd="0" destOrd="0" presId="urn:microsoft.com/office/officeart/2005/8/layout/hierarchy1"/>
    <dgm:cxn modelId="{67024F71-45A3-479C-B308-9D6CA671506A}" type="presParOf" srcId="{1C0F0AE6-1F5A-47B6-9A35-BBB1A7C099FD}" destId="{24630AB0-74BB-4FCD-9B6F-B28D2EF4E542}" srcOrd="0" destOrd="0" presId="urn:microsoft.com/office/officeart/2005/8/layout/hierarchy1"/>
    <dgm:cxn modelId="{0E8E01DB-D673-402F-B9A5-8BA91A9FE645}" type="presParOf" srcId="{1C0F0AE6-1F5A-47B6-9A35-BBB1A7C099FD}" destId="{C8F399F6-D8C8-4707-B59D-A3CA797001B8}" srcOrd="1" destOrd="0" presId="urn:microsoft.com/office/officeart/2005/8/layout/hierarchy1"/>
    <dgm:cxn modelId="{49EF1A2A-C413-4351-860A-A76E1A752B32}" type="presParOf" srcId="{D67E16F1-38FD-477C-966B-FE016D6F43C8}" destId="{3C1E5408-C8F8-4D67-8766-A19CBEF850D1}" srcOrd="1" destOrd="0" presId="urn:microsoft.com/office/officeart/2005/8/layout/hierarchy1"/>
    <dgm:cxn modelId="{311D1A5D-9452-447C-B931-F05AAB34F61E}" type="presParOf" srcId="{AFA9567D-F5E6-4484-86CE-614B07475BBC}" destId="{54FDFFA4-5D57-47A7-8694-6BCB8CD387C6}" srcOrd="1" destOrd="0" presId="urn:microsoft.com/office/officeart/2005/8/layout/hierarchy1"/>
    <dgm:cxn modelId="{2500527C-53DE-45E7-A494-D6A31A774CAC}" type="presParOf" srcId="{54FDFFA4-5D57-47A7-8694-6BCB8CD387C6}" destId="{E0FDA1EC-8FD9-4371-AE00-09ED38EE93FF}" srcOrd="0" destOrd="0" presId="urn:microsoft.com/office/officeart/2005/8/layout/hierarchy1"/>
    <dgm:cxn modelId="{1664A3E3-27F4-4C9D-9330-24F63E80FB96}" type="presParOf" srcId="{E0FDA1EC-8FD9-4371-AE00-09ED38EE93FF}" destId="{FEFA197A-2A6E-460A-BCEF-854487BE1031}" srcOrd="0" destOrd="0" presId="urn:microsoft.com/office/officeart/2005/8/layout/hierarchy1"/>
    <dgm:cxn modelId="{C70198F3-7A28-45D1-BD27-DEECEDCEA1FB}" type="presParOf" srcId="{E0FDA1EC-8FD9-4371-AE00-09ED38EE93FF}" destId="{72AB1257-4687-4E89-A348-E3A8B54CFB6D}" srcOrd="1" destOrd="0" presId="urn:microsoft.com/office/officeart/2005/8/layout/hierarchy1"/>
    <dgm:cxn modelId="{1C934F4D-7F1E-402B-88B8-F7BB5A735CB5}" type="presParOf" srcId="{54FDFFA4-5D57-47A7-8694-6BCB8CD387C6}" destId="{B53479DF-4E9C-479F-8961-C36CE17B281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20E674-426E-4441-A8BE-B93A953CE6E7}">
      <dgm:prSet custT="1"/>
      <dgm:spPr/>
      <dgm:t>
        <a:bodyPr/>
        <a:lstStyle/>
        <a:p>
          <a:r>
            <a:rPr lang="es-CR" sz="2400" noProof="0" dirty="0"/>
            <a:t>Los "datos erróneos" no tienen por qué ser "celdas vacías" o "formato incorrecto", simplemente pueden ser incorrectos, como si alguien hubiera registrado "199" en lugar de "1,99".</a:t>
          </a:r>
        </a:p>
      </dgm:t>
    </dgm:pt>
    <dgm:pt modelId="{CC862F48-DF0C-4479-BA9F-CB0EC10FDCC1}" type="parTrans" cxnId="{63BD1222-9036-4F25-838F-87CDFA285784}">
      <dgm:prSet/>
      <dgm:spPr/>
      <dgm:t>
        <a:bodyPr/>
        <a:lstStyle/>
        <a:p>
          <a:endParaRPr lang="en-US"/>
        </a:p>
      </dgm:t>
    </dgm:pt>
    <dgm:pt modelId="{8BB8F32A-0EDB-41E6-A89F-7C8D90C91228}" type="sibTrans" cxnId="{63BD1222-9036-4F25-838F-87CDFA285784}">
      <dgm:prSet/>
      <dgm:spPr/>
      <dgm:t>
        <a:bodyPr/>
        <a:lstStyle/>
        <a:p>
          <a:endParaRPr lang="en-US"/>
        </a:p>
      </dgm:t>
    </dgm:pt>
    <dgm:pt modelId="{F85E6F43-9131-4AFB-848B-460DEEA08420}">
      <dgm:prSet custT="1"/>
      <dgm:spPr/>
      <dgm:t>
        <a:bodyPr/>
        <a:lstStyle/>
        <a:p>
          <a:r>
            <a:rPr lang="es-CR" sz="2800" noProof="0" dirty="0"/>
            <a:t>A veces, al observar el conjunto de datos, se pueden detectar datos erróneos, ya que se tiene una expectativa sobre cómo deberían ser.</a:t>
          </a:r>
        </a:p>
      </dgm:t>
    </dgm:pt>
    <dgm:pt modelId="{30308027-68D4-45F6-92A5-9A9AD2151DA8}" type="parTrans" cxnId="{4C36C0A5-9BF1-4456-B1CF-EC746DEB8888}">
      <dgm:prSet/>
      <dgm:spPr/>
      <dgm:t>
        <a:bodyPr/>
        <a:lstStyle/>
        <a:p>
          <a:endParaRPr lang="en-US"/>
        </a:p>
      </dgm:t>
    </dgm:pt>
    <dgm:pt modelId="{C62FF63D-EB7F-407F-A46F-612EB21E9484}" type="sibTrans" cxnId="{4C36C0A5-9BF1-4456-B1CF-EC746DEB8888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7E16F1-38FD-477C-966B-FE016D6F43C8}" type="pres">
      <dgm:prSet presAssocID="{F520E674-426E-4441-A8BE-B93A953CE6E7}" presName="hierRoot1" presStyleCnt="0"/>
      <dgm:spPr/>
    </dgm:pt>
    <dgm:pt modelId="{1C0F0AE6-1F5A-47B6-9A35-BBB1A7C099FD}" type="pres">
      <dgm:prSet presAssocID="{F520E674-426E-4441-A8BE-B93A953CE6E7}" presName="composite" presStyleCnt="0"/>
      <dgm:spPr/>
    </dgm:pt>
    <dgm:pt modelId="{24630AB0-74BB-4FCD-9B6F-B28D2EF4E542}" type="pres">
      <dgm:prSet presAssocID="{F520E674-426E-4441-A8BE-B93A953CE6E7}" presName="background" presStyleLbl="node0" presStyleIdx="0" presStyleCnt="2"/>
      <dgm:spPr/>
    </dgm:pt>
    <dgm:pt modelId="{C8F399F6-D8C8-4707-B59D-A3CA797001B8}" type="pres">
      <dgm:prSet presAssocID="{F520E674-426E-4441-A8BE-B93A953CE6E7}" presName="text" presStyleLbl="fgAcc0" presStyleIdx="0" presStyleCnt="2">
        <dgm:presLayoutVars>
          <dgm:chPref val="3"/>
        </dgm:presLayoutVars>
      </dgm:prSet>
      <dgm:spPr/>
    </dgm:pt>
    <dgm:pt modelId="{3C1E5408-C8F8-4D67-8766-A19CBEF850D1}" type="pres">
      <dgm:prSet presAssocID="{F520E674-426E-4441-A8BE-B93A953CE6E7}" presName="hierChild2" presStyleCnt="0"/>
      <dgm:spPr/>
    </dgm:pt>
    <dgm:pt modelId="{B7D3547D-2B8E-4978-BEDF-ACC0700FD27A}" type="pres">
      <dgm:prSet presAssocID="{F85E6F43-9131-4AFB-848B-460DEEA08420}" presName="hierRoot1" presStyleCnt="0"/>
      <dgm:spPr/>
    </dgm:pt>
    <dgm:pt modelId="{74C3E5DD-ADA5-41DB-93BC-FEF90DF3F5EE}" type="pres">
      <dgm:prSet presAssocID="{F85E6F43-9131-4AFB-848B-460DEEA08420}" presName="composite" presStyleCnt="0"/>
      <dgm:spPr/>
    </dgm:pt>
    <dgm:pt modelId="{0FAB572E-75C8-4E4D-B51B-E725475EFF9C}" type="pres">
      <dgm:prSet presAssocID="{F85E6F43-9131-4AFB-848B-460DEEA08420}" presName="background" presStyleLbl="node0" presStyleIdx="1" presStyleCnt="2"/>
      <dgm:spPr/>
    </dgm:pt>
    <dgm:pt modelId="{6C094BC2-8D9C-4B4E-83D5-EF6C14392102}" type="pres">
      <dgm:prSet presAssocID="{F85E6F43-9131-4AFB-848B-460DEEA08420}" presName="text" presStyleLbl="fgAcc0" presStyleIdx="1" presStyleCnt="2">
        <dgm:presLayoutVars>
          <dgm:chPref val="3"/>
        </dgm:presLayoutVars>
      </dgm:prSet>
      <dgm:spPr/>
    </dgm:pt>
    <dgm:pt modelId="{422E38D5-3F9A-43AD-8E3C-6DE7C8301260}" type="pres">
      <dgm:prSet presAssocID="{F85E6F43-9131-4AFB-848B-460DEEA08420}" presName="hierChild2" presStyleCnt="0"/>
      <dgm:spPr/>
    </dgm:pt>
  </dgm:ptLst>
  <dgm:cxnLst>
    <dgm:cxn modelId="{63BD1222-9036-4F25-838F-87CDFA285784}" srcId="{459C873E-1B8F-4430-B470-ADE7F1CEE06F}" destId="{F520E674-426E-4441-A8BE-B93A953CE6E7}" srcOrd="0" destOrd="0" parTransId="{CC862F48-DF0C-4479-BA9F-CB0EC10FDCC1}" sibTransId="{8BB8F32A-0EDB-41E6-A89F-7C8D90C91228}"/>
    <dgm:cxn modelId="{AC940D25-722F-4FE7-B252-FB65CB931325}" type="presOf" srcId="{F520E674-426E-4441-A8BE-B93A953CE6E7}" destId="{C8F399F6-D8C8-4707-B59D-A3CA797001B8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4C36C0A5-9BF1-4456-B1CF-EC746DEB8888}" srcId="{459C873E-1B8F-4430-B470-ADE7F1CEE06F}" destId="{F85E6F43-9131-4AFB-848B-460DEEA08420}" srcOrd="1" destOrd="0" parTransId="{30308027-68D4-45F6-92A5-9A9AD2151DA8}" sibTransId="{C62FF63D-EB7F-407F-A46F-612EB21E9484}"/>
    <dgm:cxn modelId="{C30A2AFD-7EEE-4A07-9D36-409BD06EF9C5}" type="presOf" srcId="{F85E6F43-9131-4AFB-848B-460DEEA08420}" destId="{6C094BC2-8D9C-4B4E-83D5-EF6C14392102}" srcOrd="0" destOrd="0" presId="urn:microsoft.com/office/officeart/2005/8/layout/hierarchy1"/>
    <dgm:cxn modelId="{2406AA18-F81E-41FC-AD4A-CB5B3D2AEBA1}" type="presParOf" srcId="{AFA9567D-F5E6-4484-86CE-614B07475BBC}" destId="{D67E16F1-38FD-477C-966B-FE016D6F43C8}" srcOrd="0" destOrd="0" presId="urn:microsoft.com/office/officeart/2005/8/layout/hierarchy1"/>
    <dgm:cxn modelId="{BBEAB21B-F190-4BE3-9FFA-41DACFCDCF49}" type="presParOf" srcId="{D67E16F1-38FD-477C-966B-FE016D6F43C8}" destId="{1C0F0AE6-1F5A-47B6-9A35-BBB1A7C099FD}" srcOrd="0" destOrd="0" presId="urn:microsoft.com/office/officeart/2005/8/layout/hierarchy1"/>
    <dgm:cxn modelId="{67024F71-45A3-479C-B308-9D6CA671506A}" type="presParOf" srcId="{1C0F0AE6-1F5A-47B6-9A35-BBB1A7C099FD}" destId="{24630AB0-74BB-4FCD-9B6F-B28D2EF4E542}" srcOrd="0" destOrd="0" presId="urn:microsoft.com/office/officeart/2005/8/layout/hierarchy1"/>
    <dgm:cxn modelId="{0E8E01DB-D673-402F-B9A5-8BA91A9FE645}" type="presParOf" srcId="{1C0F0AE6-1F5A-47B6-9A35-BBB1A7C099FD}" destId="{C8F399F6-D8C8-4707-B59D-A3CA797001B8}" srcOrd="1" destOrd="0" presId="urn:microsoft.com/office/officeart/2005/8/layout/hierarchy1"/>
    <dgm:cxn modelId="{49EF1A2A-C413-4351-860A-A76E1A752B32}" type="presParOf" srcId="{D67E16F1-38FD-477C-966B-FE016D6F43C8}" destId="{3C1E5408-C8F8-4D67-8766-A19CBEF850D1}" srcOrd="1" destOrd="0" presId="urn:microsoft.com/office/officeart/2005/8/layout/hierarchy1"/>
    <dgm:cxn modelId="{B2D44E46-FAB4-48A9-B79C-167B383B2B0F}" type="presParOf" srcId="{AFA9567D-F5E6-4484-86CE-614B07475BBC}" destId="{B7D3547D-2B8E-4978-BEDF-ACC0700FD27A}" srcOrd="1" destOrd="0" presId="urn:microsoft.com/office/officeart/2005/8/layout/hierarchy1"/>
    <dgm:cxn modelId="{31716135-B4A9-4EBC-AABE-3A2860262042}" type="presParOf" srcId="{B7D3547D-2B8E-4978-BEDF-ACC0700FD27A}" destId="{74C3E5DD-ADA5-41DB-93BC-FEF90DF3F5EE}" srcOrd="0" destOrd="0" presId="urn:microsoft.com/office/officeart/2005/8/layout/hierarchy1"/>
    <dgm:cxn modelId="{11EEA22F-28E6-4C68-B4D8-A199DC89D1DC}" type="presParOf" srcId="{74C3E5DD-ADA5-41DB-93BC-FEF90DF3F5EE}" destId="{0FAB572E-75C8-4E4D-B51B-E725475EFF9C}" srcOrd="0" destOrd="0" presId="urn:microsoft.com/office/officeart/2005/8/layout/hierarchy1"/>
    <dgm:cxn modelId="{20CD88AD-555A-4D81-AE96-F89057D3CA0C}" type="presParOf" srcId="{74C3E5DD-ADA5-41DB-93BC-FEF90DF3F5EE}" destId="{6C094BC2-8D9C-4B4E-83D5-EF6C14392102}" srcOrd="1" destOrd="0" presId="urn:microsoft.com/office/officeart/2005/8/layout/hierarchy1"/>
    <dgm:cxn modelId="{F2E545E5-B92E-47FD-9D0B-10A9D8F8A846}" type="presParOf" srcId="{B7D3547D-2B8E-4978-BEDF-ACC0700FD27A}" destId="{422E38D5-3F9A-43AD-8E3C-6DE7C830126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5166C8-8906-49CE-967F-6C74BEFBEEF9}">
      <dgm:prSet custT="1"/>
      <dgm:spPr/>
      <dgm:t>
        <a:bodyPr/>
        <a:lstStyle/>
        <a:p>
          <a:r>
            <a:rPr lang="es-CR" sz="2400" noProof="0" dirty="0"/>
            <a:t>El método </a:t>
          </a:r>
          <a:r>
            <a:rPr lang="es-CR" sz="2400" b="1" noProof="0" dirty="0" err="1"/>
            <a:t>corr</a:t>
          </a:r>
          <a:r>
            <a:rPr lang="es-CR" sz="2400" b="1" noProof="0" dirty="0"/>
            <a:t>()</a:t>
          </a:r>
          <a:r>
            <a:rPr lang="es-CR" sz="2400" noProof="0" dirty="0"/>
            <a:t> calcula la relación entre cada columna de tu conjunto de datos.</a:t>
          </a:r>
        </a:p>
      </dgm:t>
    </dgm:pt>
    <dgm:pt modelId="{F5044012-1D03-4EF0-A35F-BCDA1163DF87}" type="parTrans" cxnId="{BF8E62A1-7DE9-4BD7-99C0-BC59052AA03A}">
      <dgm:prSet/>
      <dgm:spPr/>
      <dgm:t>
        <a:bodyPr/>
        <a:lstStyle/>
        <a:p>
          <a:endParaRPr lang="en-US"/>
        </a:p>
      </dgm:t>
    </dgm:pt>
    <dgm:pt modelId="{7C1B0EEA-788C-483B-8BDF-32E759BBF21C}" type="sibTrans" cxnId="{BF8E62A1-7DE9-4BD7-99C0-BC59052AA03A}">
      <dgm:prSet/>
      <dgm:spPr/>
      <dgm:t>
        <a:bodyPr/>
        <a:lstStyle/>
        <a:p>
          <a:endParaRPr lang="en-US"/>
        </a:p>
      </dgm:t>
    </dgm:pt>
    <dgm:pt modelId="{19680712-3362-4C35-93F2-0D54521ACA77}">
      <dgm:prSet custT="1"/>
      <dgm:spPr/>
      <dgm:t>
        <a:bodyPr/>
        <a:lstStyle/>
        <a:p>
          <a:r>
            <a:rPr lang="es-CR" sz="2000" noProof="0" dirty="0"/>
            <a:t>El resultado del método </a:t>
          </a:r>
          <a:r>
            <a:rPr lang="es-CR" sz="2000" b="1" noProof="0" dirty="0" err="1"/>
            <a:t>corr</a:t>
          </a:r>
          <a:r>
            <a:rPr lang="es-CR" sz="2000" b="1" noProof="0" dirty="0"/>
            <a:t>()</a:t>
          </a:r>
          <a:r>
            <a:rPr lang="es-CR" sz="2000" noProof="0" dirty="0"/>
            <a:t> es una tabla con muchos números que representan la relación entre dos columnas.</a:t>
          </a:r>
        </a:p>
      </dgm:t>
    </dgm:pt>
    <dgm:pt modelId="{6D5F9B5F-0F57-4EFC-83F0-38B89AA262A9}" type="parTrans" cxnId="{6E9C4B19-8138-498C-82A8-FF7D705C3F04}">
      <dgm:prSet/>
      <dgm:spPr/>
      <dgm:t>
        <a:bodyPr/>
        <a:lstStyle/>
        <a:p>
          <a:endParaRPr lang="en-US"/>
        </a:p>
      </dgm:t>
    </dgm:pt>
    <dgm:pt modelId="{E2C9D7B6-8500-4CF8-8BB0-6A84D2CF151F}" type="sibTrans" cxnId="{6E9C4B19-8138-498C-82A8-FF7D705C3F04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BC86F79-9B8A-42E9-A795-28FEC315C6A1}" type="pres">
      <dgm:prSet presAssocID="{385166C8-8906-49CE-967F-6C74BEFBEEF9}" presName="hierRoot1" presStyleCnt="0"/>
      <dgm:spPr/>
    </dgm:pt>
    <dgm:pt modelId="{CC5E483C-A591-42DF-B638-1D8062652F62}" type="pres">
      <dgm:prSet presAssocID="{385166C8-8906-49CE-967F-6C74BEFBEEF9}" presName="composite" presStyleCnt="0"/>
      <dgm:spPr/>
    </dgm:pt>
    <dgm:pt modelId="{8892BEC9-6B9B-4B48-AEDC-CF4E6C7A5FEE}" type="pres">
      <dgm:prSet presAssocID="{385166C8-8906-49CE-967F-6C74BEFBEEF9}" presName="background" presStyleLbl="node0" presStyleIdx="0" presStyleCnt="2"/>
      <dgm:spPr/>
    </dgm:pt>
    <dgm:pt modelId="{87D562DD-6067-4236-892F-DA85B2B2DCC0}" type="pres">
      <dgm:prSet presAssocID="{385166C8-8906-49CE-967F-6C74BEFBEEF9}" presName="text" presStyleLbl="fgAcc0" presStyleIdx="0" presStyleCnt="2">
        <dgm:presLayoutVars>
          <dgm:chPref val="3"/>
        </dgm:presLayoutVars>
      </dgm:prSet>
      <dgm:spPr/>
    </dgm:pt>
    <dgm:pt modelId="{E2ABE9AA-B015-4DAC-9B7D-ED81A72C27DA}" type="pres">
      <dgm:prSet presAssocID="{385166C8-8906-49CE-967F-6C74BEFBEEF9}" presName="hierChild2" presStyleCnt="0"/>
      <dgm:spPr/>
    </dgm:pt>
    <dgm:pt modelId="{498E7C40-F005-42EC-95DD-65D9E6E6CCEE}" type="pres">
      <dgm:prSet presAssocID="{19680712-3362-4C35-93F2-0D54521ACA77}" presName="hierRoot1" presStyleCnt="0"/>
      <dgm:spPr/>
    </dgm:pt>
    <dgm:pt modelId="{1D19D1EE-6774-4A7B-AB3B-035B66EB046E}" type="pres">
      <dgm:prSet presAssocID="{19680712-3362-4C35-93F2-0D54521ACA77}" presName="composite" presStyleCnt="0"/>
      <dgm:spPr/>
    </dgm:pt>
    <dgm:pt modelId="{567F3681-0E05-434D-AF54-5A03F85AB191}" type="pres">
      <dgm:prSet presAssocID="{19680712-3362-4C35-93F2-0D54521ACA77}" presName="background" presStyleLbl="node0" presStyleIdx="1" presStyleCnt="2"/>
      <dgm:spPr/>
    </dgm:pt>
    <dgm:pt modelId="{6C4A5FDA-3505-479A-9343-BF65B91C7005}" type="pres">
      <dgm:prSet presAssocID="{19680712-3362-4C35-93F2-0D54521ACA77}" presName="text" presStyleLbl="fgAcc0" presStyleIdx="1" presStyleCnt="2">
        <dgm:presLayoutVars>
          <dgm:chPref val="3"/>
        </dgm:presLayoutVars>
      </dgm:prSet>
      <dgm:spPr/>
    </dgm:pt>
    <dgm:pt modelId="{CA35E5C2-B765-42EB-BA15-19230BC8B6F3}" type="pres">
      <dgm:prSet presAssocID="{19680712-3362-4C35-93F2-0D54521ACA77}" presName="hierChild2" presStyleCnt="0"/>
      <dgm:spPr/>
    </dgm:pt>
  </dgm:ptLst>
  <dgm:cxnLst>
    <dgm:cxn modelId="{6E9C4B19-8138-498C-82A8-FF7D705C3F04}" srcId="{459C873E-1B8F-4430-B470-ADE7F1CEE06F}" destId="{19680712-3362-4C35-93F2-0D54521ACA77}" srcOrd="1" destOrd="0" parTransId="{6D5F9B5F-0F57-4EFC-83F0-38B89AA262A9}" sibTransId="{E2C9D7B6-8500-4CF8-8BB0-6A84D2CF151F}"/>
    <dgm:cxn modelId="{0540001F-42E2-4BFE-9288-43542AF4ED1C}" type="presOf" srcId="{19680712-3362-4C35-93F2-0D54521ACA77}" destId="{6C4A5FDA-3505-479A-9343-BF65B91C7005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BF8E62A1-7DE9-4BD7-99C0-BC59052AA03A}" srcId="{459C873E-1B8F-4430-B470-ADE7F1CEE06F}" destId="{385166C8-8906-49CE-967F-6C74BEFBEEF9}" srcOrd="0" destOrd="0" parTransId="{F5044012-1D03-4EF0-A35F-BCDA1163DF87}" sibTransId="{7C1B0EEA-788C-483B-8BDF-32E759BBF21C}"/>
    <dgm:cxn modelId="{BD5164FB-2C8F-4AFC-9195-762D36C9C8ED}" type="presOf" srcId="{385166C8-8906-49CE-967F-6C74BEFBEEF9}" destId="{87D562DD-6067-4236-892F-DA85B2B2DCC0}" srcOrd="0" destOrd="0" presId="urn:microsoft.com/office/officeart/2005/8/layout/hierarchy1"/>
    <dgm:cxn modelId="{E2CA12CD-A11D-4FAF-A64E-FE00DDEF9409}" type="presParOf" srcId="{AFA9567D-F5E6-4484-86CE-614B07475BBC}" destId="{3BC86F79-9B8A-42E9-A795-28FEC315C6A1}" srcOrd="0" destOrd="0" presId="urn:microsoft.com/office/officeart/2005/8/layout/hierarchy1"/>
    <dgm:cxn modelId="{652564D1-4310-4C77-A826-6B1A6139670A}" type="presParOf" srcId="{3BC86F79-9B8A-42E9-A795-28FEC315C6A1}" destId="{CC5E483C-A591-42DF-B638-1D8062652F62}" srcOrd="0" destOrd="0" presId="urn:microsoft.com/office/officeart/2005/8/layout/hierarchy1"/>
    <dgm:cxn modelId="{37F653E4-F6FD-48BB-9FEF-F2A7A24994DA}" type="presParOf" srcId="{CC5E483C-A591-42DF-B638-1D8062652F62}" destId="{8892BEC9-6B9B-4B48-AEDC-CF4E6C7A5FEE}" srcOrd="0" destOrd="0" presId="urn:microsoft.com/office/officeart/2005/8/layout/hierarchy1"/>
    <dgm:cxn modelId="{1CD9D5FD-0436-4C70-93D4-976BE2C7A8A9}" type="presParOf" srcId="{CC5E483C-A591-42DF-B638-1D8062652F62}" destId="{87D562DD-6067-4236-892F-DA85B2B2DCC0}" srcOrd="1" destOrd="0" presId="urn:microsoft.com/office/officeart/2005/8/layout/hierarchy1"/>
    <dgm:cxn modelId="{BD24C93E-B2EC-4513-8CC5-39D2F295C68E}" type="presParOf" srcId="{3BC86F79-9B8A-42E9-A795-28FEC315C6A1}" destId="{E2ABE9AA-B015-4DAC-9B7D-ED81A72C27DA}" srcOrd="1" destOrd="0" presId="urn:microsoft.com/office/officeart/2005/8/layout/hierarchy1"/>
    <dgm:cxn modelId="{FA1953DF-6749-4665-857D-F160C991DCFD}" type="presParOf" srcId="{AFA9567D-F5E6-4484-86CE-614B07475BBC}" destId="{498E7C40-F005-42EC-95DD-65D9E6E6CCEE}" srcOrd="1" destOrd="0" presId="urn:microsoft.com/office/officeart/2005/8/layout/hierarchy1"/>
    <dgm:cxn modelId="{2D98E07E-31BE-49AC-A893-5202AB544228}" type="presParOf" srcId="{498E7C40-F005-42EC-95DD-65D9E6E6CCEE}" destId="{1D19D1EE-6774-4A7B-AB3B-035B66EB046E}" srcOrd="0" destOrd="0" presId="urn:microsoft.com/office/officeart/2005/8/layout/hierarchy1"/>
    <dgm:cxn modelId="{121EF73C-F90C-41F9-9E8A-3A58302242CC}" type="presParOf" srcId="{1D19D1EE-6774-4A7B-AB3B-035B66EB046E}" destId="{567F3681-0E05-434D-AF54-5A03F85AB191}" srcOrd="0" destOrd="0" presId="urn:microsoft.com/office/officeart/2005/8/layout/hierarchy1"/>
    <dgm:cxn modelId="{B224CD48-121A-4C61-AA73-C486BDB72BD0}" type="presParOf" srcId="{1D19D1EE-6774-4A7B-AB3B-035B66EB046E}" destId="{6C4A5FDA-3505-479A-9343-BF65B91C7005}" srcOrd="1" destOrd="0" presId="urn:microsoft.com/office/officeart/2005/8/layout/hierarchy1"/>
    <dgm:cxn modelId="{7E030D26-56FA-4B8D-8C81-372EC3C9F5AB}" type="presParOf" srcId="{498E7C40-F005-42EC-95DD-65D9E6E6CCEE}" destId="{CA35E5C2-B765-42EB-BA15-19230BC8B6F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5166C8-8906-49CE-967F-6C74BEFBEEF9}">
      <dgm:prSet custT="1"/>
      <dgm:spPr/>
      <dgm:t>
        <a:bodyPr/>
        <a:lstStyle/>
        <a:p>
          <a:r>
            <a:rPr lang="es-CR" sz="2400" noProof="0" dirty="0"/>
            <a:t>Pandas utiliza el método </a:t>
          </a:r>
          <a:r>
            <a:rPr lang="es-CR" sz="2400" b="1" noProof="0" dirty="0" err="1"/>
            <a:t>plot</a:t>
          </a:r>
          <a:r>
            <a:rPr lang="es-CR" sz="2400" b="1" noProof="0" dirty="0"/>
            <a:t>()</a:t>
          </a:r>
          <a:r>
            <a:rPr lang="es-CR" sz="2400" noProof="0" dirty="0"/>
            <a:t> para crear diagramas.</a:t>
          </a:r>
        </a:p>
      </dgm:t>
    </dgm:pt>
    <dgm:pt modelId="{F5044012-1D03-4EF0-A35F-BCDA1163DF87}" type="parTrans" cxnId="{BF8E62A1-7DE9-4BD7-99C0-BC59052AA03A}">
      <dgm:prSet/>
      <dgm:spPr/>
      <dgm:t>
        <a:bodyPr/>
        <a:lstStyle/>
        <a:p>
          <a:endParaRPr lang="en-US"/>
        </a:p>
      </dgm:t>
    </dgm:pt>
    <dgm:pt modelId="{7C1B0EEA-788C-483B-8BDF-32E759BBF21C}" type="sibTrans" cxnId="{BF8E62A1-7DE9-4BD7-99C0-BC59052AA03A}">
      <dgm:prSet/>
      <dgm:spPr/>
      <dgm:t>
        <a:bodyPr/>
        <a:lstStyle/>
        <a:p>
          <a:endParaRPr lang="en-US"/>
        </a:p>
      </dgm:t>
    </dgm:pt>
    <dgm:pt modelId="{19680712-3362-4C35-93F2-0D54521ACA77}">
      <dgm:prSet custT="1"/>
      <dgm:spPr/>
      <dgm:t>
        <a:bodyPr/>
        <a:lstStyle/>
        <a:p>
          <a:r>
            <a:rPr lang="es-CR" sz="2000" noProof="0" dirty="0"/>
            <a:t>Podemos usar </a:t>
          </a:r>
          <a:r>
            <a:rPr lang="es-CR" sz="2000" noProof="0" dirty="0" err="1"/>
            <a:t>Pyplot</a:t>
          </a:r>
          <a:r>
            <a:rPr lang="es-CR" sz="2000" noProof="0" dirty="0"/>
            <a:t>, un submódulo de la biblioteca </a:t>
          </a:r>
          <a:r>
            <a:rPr lang="es-CR" sz="2000" noProof="0" dirty="0" err="1"/>
            <a:t>Matplotlib</a:t>
          </a:r>
          <a:r>
            <a:rPr lang="es-CR" sz="2000" noProof="0" dirty="0"/>
            <a:t>, para visualizar el diagrama en pantalla.</a:t>
          </a:r>
        </a:p>
      </dgm:t>
    </dgm:pt>
    <dgm:pt modelId="{6D5F9B5F-0F57-4EFC-83F0-38B89AA262A9}" type="parTrans" cxnId="{6E9C4B19-8138-498C-82A8-FF7D705C3F04}">
      <dgm:prSet/>
      <dgm:spPr/>
      <dgm:t>
        <a:bodyPr/>
        <a:lstStyle/>
        <a:p>
          <a:endParaRPr lang="en-US"/>
        </a:p>
      </dgm:t>
    </dgm:pt>
    <dgm:pt modelId="{E2C9D7B6-8500-4CF8-8BB0-6A84D2CF151F}" type="sibTrans" cxnId="{6E9C4B19-8138-498C-82A8-FF7D705C3F04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BC86F79-9B8A-42E9-A795-28FEC315C6A1}" type="pres">
      <dgm:prSet presAssocID="{385166C8-8906-49CE-967F-6C74BEFBEEF9}" presName="hierRoot1" presStyleCnt="0"/>
      <dgm:spPr/>
    </dgm:pt>
    <dgm:pt modelId="{CC5E483C-A591-42DF-B638-1D8062652F62}" type="pres">
      <dgm:prSet presAssocID="{385166C8-8906-49CE-967F-6C74BEFBEEF9}" presName="composite" presStyleCnt="0"/>
      <dgm:spPr/>
    </dgm:pt>
    <dgm:pt modelId="{8892BEC9-6B9B-4B48-AEDC-CF4E6C7A5FEE}" type="pres">
      <dgm:prSet presAssocID="{385166C8-8906-49CE-967F-6C74BEFBEEF9}" presName="background" presStyleLbl="node0" presStyleIdx="0" presStyleCnt="2"/>
      <dgm:spPr/>
    </dgm:pt>
    <dgm:pt modelId="{87D562DD-6067-4236-892F-DA85B2B2DCC0}" type="pres">
      <dgm:prSet presAssocID="{385166C8-8906-49CE-967F-6C74BEFBEEF9}" presName="text" presStyleLbl="fgAcc0" presStyleIdx="0" presStyleCnt="2">
        <dgm:presLayoutVars>
          <dgm:chPref val="3"/>
        </dgm:presLayoutVars>
      </dgm:prSet>
      <dgm:spPr/>
    </dgm:pt>
    <dgm:pt modelId="{E2ABE9AA-B015-4DAC-9B7D-ED81A72C27DA}" type="pres">
      <dgm:prSet presAssocID="{385166C8-8906-49CE-967F-6C74BEFBEEF9}" presName="hierChild2" presStyleCnt="0"/>
      <dgm:spPr/>
    </dgm:pt>
    <dgm:pt modelId="{498E7C40-F005-42EC-95DD-65D9E6E6CCEE}" type="pres">
      <dgm:prSet presAssocID="{19680712-3362-4C35-93F2-0D54521ACA77}" presName="hierRoot1" presStyleCnt="0"/>
      <dgm:spPr/>
    </dgm:pt>
    <dgm:pt modelId="{1D19D1EE-6774-4A7B-AB3B-035B66EB046E}" type="pres">
      <dgm:prSet presAssocID="{19680712-3362-4C35-93F2-0D54521ACA77}" presName="composite" presStyleCnt="0"/>
      <dgm:spPr/>
    </dgm:pt>
    <dgm:pt modelId="{567F3681-0E05-434D-AF54-5A03F85AB191}" type="pres">
      <dgm:prSet presAssocID="{19680712-3362-4C35-93F2-0D54521ACA77}" presName="background" presStyleLbl="node0" presStyleIdx="1" presStyleCnt="2"/>
      <dgm:spPr/>
    </dgm:pt>
    <dgm:pt modelId="{6C4A5FDA-3505-479A-9343-BF65B91C7005}" type="pres">
      <dgm:prSet presAssocID="{19680712-3362-4C35-93F2-0D54521ACA77}" presName="text" presStyleLbl="fgAcc0" presStyleIdx="1" presStyleCnt="2">
        <dgm:presLayoutVars>
          <dgm:chPref val="3"/>
        </dgm:presLayoutVars>
      </dgm:prSet>
      <dgm:spPr/>
    </dgm:pt>
    <dgm:pt modelId="{CA35E5C2-B765-42EB-BA15-19230BC8B6F3}" type="pres">
      <dgm:prSet presAssocID="{19680712-3362-4C35-93F2-0D54521ACA77}" presName="hierChild2" presStyleCnt="0"/>
      <dgm:spPr/>
    </dgm:pt>
  </dgm:ptLst>
  <dgm:cxnLst>
    <dgm:cxn modelId="{6E9C4B19-8138-498C-82A8-FF7D705C3F04}" srcId="{459C873E-1B8F-4430-B470-ADE7F1CEE06F}" destId="{19680712-3362-4C35-93F2-0D54521ACA77}" srcOrd="1" destOrd="0" parTransId="{6D5F9B5F-0F57-4EFC-83F0-38B89AA262A9}" sibTransId="{E2C9D7B6-8500-4CF8-8BB0-6A84D2CF151F}"/>
    <dgm:cxn modelId="{0540001F-42E2-4BFE-9288-43542AF4ED1C}" type="presOf" srcId="{19680712-3362-4C35-93F2-0D54521ACA77}" destId="{6C4A5FDA-3505-479A-9343-BF65B91C7005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BF8E62A1-7DE9-4BD7-99C0-BC59052AA03A}" srcId="{459C873E-1B8F-4430-B470-ADE7F1CEE06F}" destId="{385166C8-8906-49CE-967F-6C74BEFBEEF9}" srcOrd="0" destOrd="0" parTransId="{F5044012-1D03-4EF0-A35F-BCDA1163DF87}" sibTransId="{7C1B0EEA-788C-483B-8BDF-32E759BBF21C}"/>
    <dgm:cxn modelId="{BD5164FB-2C8F-4AFC-9195-762D36C9C8ED}" type="presOf" srcId="{385166C8-8906-49CE-967F-6C74BEFBEEF9}" destId="{87D562DD-6067-4236-892F-DA85B2B2DCC0}" srcOrd="0" destOrd="0" presId="urn:microsoft.com/office/officeart/2005/8/layout/hierarchy1"/>
    <dgm:cxn modelId="{E2CA12CD-A11D-4FAF-A64E-FE00DDEF9409}" type="presParOf" srcId="{AFA9567D-F5E6-4484-86CE-614B07475BBC}" destId="{3BC86F79-9B8A-42E9-A795-28FEC315C6A1}" srcOrd="0" destOrd="0" presId="urn:microsoft.com/office/officeart/2005/8/layout/hierarchy1"/>
    <dgm:cxn modelId="{652564D1-4310-4C77-A826-6B1A6139670A}" type="presParOf" srcId="{3BC86F79-9B8A-42E9-A795-28FEC315C6A1}" destId="{CC5E483C-A591-42DF-B638-1D8062652F62}" srcOrd="0" destOrd="0" presId="urn:microsoft.com/office/officeart/2005/8/layout/hierarchy1"/>
    <dgm:cxn modelId="{37F653E4-F6FD-48BB-9FEF-F2A7A24994DA}" type="presParOf" srcId="{CC5E483C-A591-42DF-B638-1D8062652F62}" destId="{8892BEC9-6B9B-4B48-AEDC-CF4E6C7A5FEE}" srcOrd="0" destOrd="0" presId="urn:microsoft.com/office/officeart/2005/8/layout/hierarchy1"/>
    <dgm:cxn modelId="{1CD9D5FD-0436-4C70-93D4-976BE2C7A8A9}" type="presParOf" srcId="{CC5E483C-A591-42DF-B638-1D8062652F62}" destId="{87D562DD-6067-4236-892F-DA85B2B2DCC0}" srcOrd="1" destOrd="0" presId="urn:microsoft.com/office/officeart/2005/8/layout/hierarchy1"/>
    <dgm:cxn modelId="{BD24C93E-B2EC-4513-8CC5-39D2F295C68E}" type="presParOf" srcId="{3BC86F79-9B8A-42E9-A795-28FEC315C6A1}" destId="{E2ABE9AA-B015-4DAC-9B7D-ED81A72C27DA}" srcOrd="1" destOrd="0" presId="urn:microsoft.com/office/officeart/2005/8/layout/hierarchy1"/>
    <dgm:cxn modelId="{FA1953DF-6749-4665-857D-F160C991DCFD}" type="presParOf" srcId="{AFA9567D-F5E6-4484-86CE-614B07475BBC}" destId="{498E7C40-F005-42EC-95DD-65D9E6E6CCEE}" srcOrd="1" destOrd="0" presId="urn:microsoft.com/office/officeart/2005/8/layout/hierarchy1"/>
    <dgm:cxn modelId="{2D98E07E-31BE-49AC-A893-5202AB544228}" type="presParOf" srcId="{498E7C40-F005-42EC-95DD-65D9E6E6CCEE}" destId="{1D19D1EE-6774-4A7B-AB3B-035B66EB046E}" srcOrd="0" destOrd="0" presId="urn:microsoft.com/office/officeart/2005/8/layout/hierarchy1"/>
    <dgm:cxn modelId="{121EF73C-F90C-41F9-9E8A-3A58302242CC}" type="presParOf" srcId="{1D19D1EE-6774-4A7B-AB3B-035B66EB046E}" destId="{567F3681-0E05-434D-AF54-5A03F85AB191}" srcOrd="0" destOrd="0" presId="urn:microsoft.com/office/officeart/2005/8/layout/hierarchy1"/>
    <dgm:cxn modelId="{B224CD48-121A-4C61-AA73-C486BDB72BD0}" type="presParOf" srcId="{1D19D1EE-6774-4A7B-AB3B-035B66EB046E}" destId="{6C4A5FDA-3505-479A-9343-BF65B91C7005}" srcOrd="1" destOrd="0" presId="urn:microsoft.com/office/officeart/2005/8/layout/hierarchy1"/>
    <dgm:cxn modelId="{7E030D26-56FA-4B8D-8C81-372EC3C9F5AB}" type="presParOf" srcId="{498E7C40-F005-42EC-95DD-65D9E6E6CCEE}" destId="{CA35E5C2-B765-42EB-BA15-19230BC8B6F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5166C8-8906-49CE-967F-6C74BEFBEEF9}">
      <dgm:prSet custT="1"/>
      <dgm:spPr/>
      <dgm:t>
        <a:bodyPr/>
        <a:lstStyle/>
        <a:p>
          <a:r>
            <a:rPr lang="es-ES" sz="2400" noProof="0" dirty="0"/>
            <a:t>Especifica que deseas un diagrama de dispersión con el argumento </a:t>
          </a:r>
          <a:r>
            <a:rPr lang="es-ES" sz="2400" b="1" noProof="0" dirty="0" err="1"/>
            <a:t>kind</a:t>
          </a:r>
          <a:r>
            <a:rPr lang="es-ES" sz="2400" b="1" noProof="0" dirty="0"/>
            <a:t>.</a:t>
          </a:r>
        </a:p>
      </dgm:t>
    </dgm:pt>
    <dgm:pt modelId="{F5044012-1D03-4EF0-A35F-BCDA1163DF87}" type="parTrans" cxnId="{BF8E62A1-7DE9-4BD7-99C0-BC59052AA03A}">
      <dgm:prSet/>
      <dgm:spPr/>
      <dgm:t>
        <a:bodyPr/>
        <a:lstStyle/>
        <a:p>
          <a:endParaRPr lang="en-US"/>
        </a:p>
      </dgm:t>
    </dgm:pt>
    <dgm:pt modelId="{7C1B0EEA-788C-483B-8BDF-32E759BBF21C}" type="sibTrans" cxnId="{BF8E62A1-7DE9-4BD7-99C0-BC59052AA03A}">
      <dgm:prSet/>
      <dgm:spPr/>
      <dgm:t>
        <a:bodyPr/>
        <a:lstStyle/>
        <a:p>
          <a:endParaRPr lang="en-US"/>
        </a:p>
      </dgm:t>
    </dgm:pt>
    <dgm:pt modelId="{19680712-3362-4C35-93F2-0D54521ACA77}">
      <dgm:prSet custT="1"/>
      <dgm:spPr/>
      <dgm:t>
        <a:bodyPr/>
        <a:lstStyle/>
        <a:p>
          <a:r>
            <a:rPr lang="es-CR" sz="2000" b="1" noProof="0" dirty="0"/>
            <a:t>Tipos de diagramas:</a:t>
          </a:r>
        </a:p>
        <a:p>
          <a:r>
            <a:rPr lang="en-US" sz="2000" noProof="0" dirty="0" err="1"/>
            <a:t>Histograma</a:t>
          </a:r>
          <a:r>
            <a:rPr lang="en-US" sz="2000" noProof="0" dirty="0"/>
            <a:t>(</a:t>
          </a:r>
          <a:r>
            <a:rPr lang="en-US" sz="2000" b="0" i="0" dirty="0"/>
            <a:t>hist</a:t>
          </a:r>
          <a:r>
            <a:rPr lang="en-US" sz="2000" noProof="0" dirty="0"/>
            <a:t>)</a:t>
          </a:r>
          <a:br>
            <a:rPr lang="en-US" sz="2000" b="0" i="0" dirty="0"/>
          </a:br>
          <a:r>
            <a:rPr lang="en-US" sz="2000" b="0" i="0" dirty="0" err="1"/>
            <a:t>Gráficos</a:t>
          </a:r>
          <a:r>
            <a:rPr lang="en-US" sz="2000" b="0" i="0" dirty="0"/>
            <a:t> de </a:t>
          </a:r>
          <a:r>
            <a:rPr lang="en-US" sz="2000" b="0" i="0" dirty="0" err="1"/>
            <a:t>líneas</a:t>
          </a:r>
          <a:r>
            <a:rPr lang="en-US" sz="2000" b="0" i="0" dirty="0"/>
            <a:t> (plot)</a:t>
          </a:r>
          <a:br>
            <a:rPr lang="en-US" sz="2000" noProof="0" dirty="0"/>
          </a:br>
          <a:r>
            <a:rPr lang="en-US" sz="2000" noProof="0" dirty="0" err="1"/>
            <a:t>Diagrama</a:t>
          </a:r>
          <a:r>
            <a:rPr lang="en-US" sz="2000" noProof="0" dirty="0"/>
            <a:t> de dispersion(</a:t>
          </a:r>
          <a:r>
            <a:rPr lang="en-US" sz="2000" b="0" i="0" dirty="0"/>
            <a:t>scatter</a:t>
          </a:r>
          <a:r>
            <a:rPr lang="en-US" sz="2000" noProof="0" dirty="0"/>
            <a:t>)</a:t>
          </a:r>
          <a:br>
            <a:rPr lang="en-US" sz="2000" noProof="0" dirty="0"/>
          </a:br>
          <a:r>
            <a:rPr lang="es-ES" sz="2000" noProof="0" dirty="0"/>
            <a:t>Gráficos de barras (bar y </a:t>
          </a:r>
          <a:r>
            <a:rPr lang="es-ES" sz="2000" noProof="0" dirty="0" err="1"/>
            <a:t>barh</a:t>
          </a:r>
          <a:r>
            <a:rPr lang="es-ES" sz="2000" noProof="0" dirty="0"/>
            <a:t>)</a:t>
          </a:r>
          <a:endParaRPr lang="en-US" sz="2000" noProof="0" dirty="0"/>
        </a:p>
        <a:p>
          <a:endParaRPr lang="es-CR" sz="2000" noProof="0" dirty="0"/>
        </a:p>
      </dgm:t>
    </dgm:pt>
    <dgm:pt modelId="{6D5F9B5F-0F57-4EFC-83F0-38B89AA262A9}" type="parTrans" cxnId="{6E9C4B19-8138-498C-82A8-FF7D705C3F04}">
      <dgm:prSet/>
      <dgm:spPr/>
      <dgm:t>
        <a:bodyPr/>
        <a:lstStyle/>
        <a:p>
          <a:endParaRPr lang="en-US"/>
        </a:p>
      </dgm:t>
    </dgm:pt>
    <dgm:pt modelId="{E2C9D7B6-8500-4CF8-8BB0-6A84D2CF151F}" type="sibTrans" cxnId="{6E9C4B19-8138-498C-82A8-FF7D705C3F04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BC86F79-9B8A-42E9-A795-28FEC315C6A1}" type="pres">
      <dgm:prSet presAssocID="{385166C8-8906-49CE-967F-6C74BEFBEEF9}" presName="hierRoot1" presStyleCnt="0"/>
      <dgm:spPr/>
    </dgm:pt>
    <dgm:pt modelId="{CC5E483C-A591-42DF-B638-1D8062652F62}" type="pres">
      <dgm:prSet presAssocID="{385166C8-8906-49CE-967F-6C74BEFBEEF9}" presName="composite" presStyleCnt="0"/>
      <dgm:spPr/>
    </dgm:pt>
    <dgm:pt modelId="{8892BEC9-6B9B-4B48-AEDC-CF4E6C7A5FEE}" type="pres">
      <dgm:prSet presAssocID="{385166C8-8906-49CE-967F-6C74BEFBEEF9}" presName="background" presStyleLbl="node0" presStyleIdx="0" presStyleCnt="2"/>
      <dgm:spPr/>
    </dgm:pt>
    <dgm:pt modelId="{87D562DD-6067-4236-892F-DA85B2B2DCC0}" type="pres">
      <dgm:prSet presAssocID="{385166C8-8906-49CE-967F-6C74BEFBEEF9}" presName="text" presStyleLbl="fgAcc0" presStyleIdx="0" presStyleCnt="2">
        <dgm:presLayoutVars>
          <dgm:chPref val="3"/>
        </dgm:presLayoutVars>
      </dgm:prSet>
      <dgm:spPr/>
    </dgm:pt>
    <dgm:pt modelId="{E2ABE9AA-B015-4DAC-9B7D-ED81A72C27DA}" type="pres">
      <dgm:prSet presAssocID="{385166C8-8906-49CE-967F-6C74BEFBEEF9}" presName="hierChild2" presStyleCnt="0"/>
      <dgm:spPr/>
    </dgm:pt>
    <dgm:pt modelId="{498E7C40-F005-42EC-95DD-65D9E6E6CCEE}" type="pres">
      <dgm:prSet presAssocID="{19680712-3362-4C35-93F2-0D54521ACA77}" presName="hierRoot1" presStyleCnt="0"/>
      <dgm:spPr/>
    </dgm:pt>
    <dgm:pt modelId="{1D19D1EE-6774-4A7B-AB3B-035B66EB046E}" type="pres">
      <dgm:prSet presAssocID="{19680712-3362-4C35-93F2-0D54521ACA77}" presName="composite" presStyleCnt="0"/>
      <dgm:spPr/>
    </dgm:pt>
    <dgm:pt modelId="{567F3681-0E05-434D-AF54-5A03F85AB191}" type="pres">
      <dgm:prSet presAssocID="{19680712-3362-4C35-93F2-0D54521ACA77}" presName="background" presStyleLbl="node0" presStyleIdx="1" presStyleCnt="2"/>
      <dgm:spPr/>
    </dgm:pt>
    <dgm:pt modelId="{6C4A5FDA-3505-479A-9343-BF65B91C7005}" type="pres">
      <dgm:prSet presAssocID="{19680712-3362-4C35-93F2-0D54521ACA77}" presName="text" presStyleLbl="fgAcc0" presStyleIdx="1" presStyleCnt="2">
        <dgm:presLayoutVars>
          <dgm:chPref val="3"/>
        </dgm:presLayoutVars>
      </dgm:prSet>
      <dgm:spPr/>
    </dgm:pt>
    <dgm:pt modelId="{CA35E5C2-B765-42EB-BA15-19230BC8B6F3}" type="pres">
      <dgm:prSet presAssocID="{19680712-3362-4C35-93F2-0D54521ACA77}" presName="hierChild2" presStyleCnt="0"/>
      <dgm:spPr/>
    </dgm:pt>
  </dgm:ptLst>
  <dgm:cxnLst>
    <dgm:cxn modelId="{6E9C4B19-8138-498C-82A8-FF7D705C3F04}" srcId="{459C873E-1B8F-4430-B470-ADE7F1CEE06F}" destId="{19680712-3362-4C35-93F2-0D54521ACA77}" srcOrd="1" destOrd="0" parTransId="{6D5F9B5F-0F57-4EFC-83F0-38B89AA262A9}" sibTransId="{E2C9D7B6-8500-4CF8-8BB0-6A84D2CF151F}"/>
    <dgm:cxn modelId="{0540001F-42E2-4BFE-9288-43542AF4ED1C}" type="presOf" srcId="{19680712-3362-4C35-93F2-0D54521ACA77}" destId="{6C4A5FDA-3505-479A-9343-BF65B91C7005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BF8E62A1-7DE9-4BD7-99C0-BC59052AA03A}" srcId="{459C873E-1B8F-4430-B470-ADE7F1CEE06F}" destId="{385166C8-8906-49CE-967F-6C74BEFBEEF9}" srcOrd="0" destOrd="0" parTransId="{F5044012-1D03-4EF0-A35F-BCDA1163DF87}" sibTransId="{7C1B0EEA-788C-483B-8BDF-32E759BBF21C}"/>
    <dgm:cxn modelId="{BD5164FB-2C8F-4AFC-9195-762D36C9C8ED}" type="presOf" srcId="{385166C8-8906-49CE-967F-6C74BEFBEEF9}" destId="{87D562DD-6067-4236-892F-DA85B2B2DCC0}" srcOrd="0" destOrd="0" presId="urn:microsoft.com/office/officeart/2005/8/layout/hierarchy1"/>
    <dgm:cxn modelId="{E2CA12CD-A11D-4FAF-A64E-FE00DDEF9409}" type="presParOf" srcId="{AFA9567D-F5E6-4484-86CE-614B07475BBC}" destId="{3BC86F79-9B8A-42E9-A795-28FEC315C6A1}" srcOrd="0" destOrd="0" presId="urn:microsoft.com/office/officeart/2005/8/layout/hierarchy1"/>
    <dgm:cxn modelId="{652564D1-4310-4C77-A826-6B1A6139670A}" type="presParOf" srcId="{3BC86F79-9B8A-42E9-A795-28FEC315C6A1}" destId="{CC5E483C-A591-42DF-B638-1D8062652F62}" srcOrd="0" destOrd="0" presId="urn:microsoft.com/office/officeart/2005/8/layout/hierarchy1"/>
    <dgm:cxn modelId="{37F653E4-F6FD-48BB-9FEF-F2A7A24994DA}" type="presParOf" srcId="{CC5E483C-A591-42DF-B638-1D8062652F62}" destId="{8892BEC9-6B9B-4B48-AEDC-CF4E6C7A5FEE}" srcOrd="0" destOrd="0" presId="urn:microsoft.com/office/officeart/2005/8/layout/hierarchy1"/>
    <dgm:cxn modelId="{1CD9D5FD-0436-4C70-93D4-976BE2C7A8A9}" type="presParOf" srcId="{CC5E483C-A591-42DF-B638-1D8062652F62}" destId="{87D562DD-6067-4236-892F-DA85B2B2DCC0}" srcOrd="1" destOrd="0" presId="urn:microsoft.com/office/officeart/2005/8/layout/hierarchy1"/>
    <dgm:cxn modelId="{BD24C93E-B2EC-4513-8CC5-39D2F295C68E}" type="presParOf" srcId="{3BC86F79-9B8A-42E9-A795-28FEC315C6A1}" destId="{E2ABE9AA-B015-4DAC-9B7D-ED81A72C27DA}" srcOrd="1" destOrd="0" presId="urn:microsoft.com/office/officeart/2005/8/layout/hierarchy1"/>
    <dgm:cxn modelId="{FA1953DF-6749-4665-857D-F160C991DCFD}" type="presParOf" srcId="{AFA9567D-F5E6-4484-86CE-614B07475BBC}" destId="{498E7C40-F005-42EC-95DD-65D9E6E6CCEE}" srcOrd="1" destOrd="0" presId="urn:microsoft.com/office/officeart/2005/8/layout/hierarchy1"/>
    <dgm:cxn modelId="{2D98E07E-31BE-49AC-A893-5202AB544228}" type="presParOf" srcId="{498E7C40-F005-42EC-95DD-65D9E6E6CCEE}" destId="{1D19D1EE-6774-4A7B-AB3B-035B66EB046E}" srcOrd="0" destOrd="0" presId="urn:microsoft.com/office/officeart/2005/8/layout/hierarchy1"/>
    <dgm:cxn modelId="{121EF73C-F90C-41F9-9E8A-3A58302242CC}" type="presParOf" srcId="{1D19D1EE-6774-4A7B-AB3B-035B66EB046E}" destId="{567F3681-0E05-434D-AF54-5A03F85AB191}" srcOrd="0" destOrd="0" presId="urn:microsoft.com/office/officeart/2005/8/layout/hierarchy1"/>
    <dgm:cxn modelId="{B224CD48-121A-4C61-AA73-C486BDB72BD0}" type="presParOf" srcId="{1D19D1EE-6774-4A7B-AB3B-035B66EB046E}" destId="{6C4A5FDA-3505-479A-9343-BF65B91C7005}" srcOrd="1" destOrd="0" presId="urn:microsoft.com/office/officeart/2005/8/layout/hierarchy1"/>
    <dgm:cxn modelId="{7E030D26-56FA-4B8D-8C81-372EC3C9F5AB}" type="presParOf" srcId="{498E7C40-F005-42EC-95DD-65D9E6E6CCEE}" destId="{CA35E5C2-B765-42EB-BA15-19230BC8B6F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5166C8-8906-49CE-967F-6C74BEFBEEF9}">
      <dgm:prSet custT="1"/>
      <dgm:spPr/>
      <dgm:t>
        <a:bodyPr/>
        <a:lstStyle/>
        <a:p>
          <a:r>
            <a:rPr lang="es-ES" sz="2400" noProof="0" dirty="0"/>
            <a:t>Algunos diagramas requieren un eje x y un eje y.</a:t>
          </a:r>
          <a:endParaRPr lang="en-US" sz="2400" noProof="0" dirty="0"/>
        </a:p>
        <a:p>
          <a:r>
            <a:rPr lang="es-ES" sz="2400" noProof="0" dirty="0"/>
            <a:t>En el siguiente ejemplo, usaremos "Duración" para el eje x y "Calorías" para el eje y.</a:t>
          </a:r>
          <a:endParaRPr lang="en-US" sz="2400" noProof="0" dirty="0"/>
        </a:p>
      </dgm:t>
    </dgm:pt>
    <dgm:pt modelId="{F5044012-1D03-4EF0-A35F-BCDA1163DF87}" type="parTrans" cxnId="{BF8E62A1-7DE9-4BD7-99C0-BC59052AA03A}">
      <dgm:prSet/>
      <dgm:spPr/>
      <dgm:t>
        <a:bodyPr/>
        <a:lstStyle/>
        <a:p>
          <a:endParaRPr lang="en-US"/>
        </a:p>
      </dgm:t>
    </dgm:pt>
    <dgm:pt modelId="{7C1B0EEA-788C-483B-8BDF-32E759BBF21C}" type="sibTrans" cxnId="{BF8E62A1-7DE9-4BD7-99C0-BC59052AA03A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BC86F79-9B8A-42E9-A795-28FEC315C6A1}" type="pres">
      <dgm:prSet presAssocID="{385166C8-8906-49CE-967F-6C74BEFBEEF9}" presName="hierRoot1" presStyleCnt="0"/>
      <dgm:spPr/>
    </dgm:pt>
    <dgm:pt modelId="{CC5E483C-A591-42DF-B638-1D8062652F62}" type="pres">
      <dgm:prSet presAssocID="{385166C8-8906-49CE-967F-6C74BEFBEEF9}" presName="composite" presStyleCnt="0"/>
      <dgm:spPr/>
    </dgm:pt>
    <dgm:pt modelId="{8892BEC9-6B9B-4B48-AEDC-CF4E6C7A5FEE}" type="pres">
      <dgm:prSet presAssocID="{385166C8-8906-49CE-967F-6C74BEFBEEF9}" presName="background" presStyleLbl="node0" presStyleIdx="0" presStyleCnt="1"/>
      <dgm:spPr/>
    </dgm:pt>
    <dgm:pt modelId="{87D562DD-6067-4236-892F-DA85B2B2DCC0}" type="pres">
      <dgm:prSet presAssocID="{385166C8-8906-49CE-967F-6C74BEFBEEF9}" presName="text" presStyleLbl="fgAcc0" presStyleIdx="0" presStyleCnt="1">
        <dgm:presLayoutVars>
          <dgm:chPref val="3"/>
        </dgm:presLayoutVars>
      </dgm:prSet>
      <dgm:spPr/>
    </dgm:pt>
    <dgm:pt modelId="{E2ABE9AA-B015-4DAC-9B7D-ED81A72C27DA}" type="pres">
      <dgm:prSet presAssocID="{385166C8-8906-49CE-967F-6C74BEFBEEF9}" presName="hierChild2" presStyleCnt="0"/>
      <dgm:spPr/>
    </dgm:pt>
  </dgm:ptLst>
  <dgm:cxnLst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BF8E62A1-7DE9-4BD7-99C0-BC59052AA03A}" srcId="{459C873E-1B8F-4430-B470-ADE7F1CEE06F}" destId="{385166C8-8906-49CE-967F-6C74BEFBEEF9}" srcOrd="0" destOrd="0" parTransId="{F5044012-1D03-4EF0-A35F-BCDA1163DF87}" sibTransId="{7C1B0EEA-788C-483B-8BDF-32E759BBF21C}"/>
    <dgm:cxn modelId="{BD5164FB-2C8F-4AFC-9195-762D36C9C8ED}" type="presOf" srcId="{385166C8-8906-49CE-967F-6C74BEFBEEF9}" destId="{87D562DD-6067-4236-892F-DA85B2B2DCC0}" srcOrd="0" destOrd="0" presId="urn:microsoft.com/office/officeart/2005/8/layout/hierarchy1"/>
    <dgm:cxn modelId="{E2CA12CD-A11D-4FAF-A64E-FE00DDEF9409}" type="presParOf" srcId="{AFA9567D-F5E6-4484-86CE-614B07475BBC}" destId="{3BC86F79-9B8A-42E9-A795-28FEC315C6A1}" srcOrd="0" destOrd="0" presId="urn:microsoft.com/office/officeart/2005/8/layout/hierarchy1"/>
    <dgm:cxn modelId="{652564D1-4310-4C77-A826-6B1A6139670A}" type="presParOf" srcId="{3BC86F79-9B8A-42E9-A795-28FEC315C6A1}" destId="{CC5E483C-A591-42DF-B638-1D8062652F62}" srcOrd="0" destOrd="0" presId="urn:microsoft.com/office/officeart/2005/8/layout/hierarchy1"/>
    <dgm:cxn modelId="{37F653E4-F6FD-48BB-9FEF-F2A7A24994DA}" type="presParOf" srcId="{CC5E483C-A591-42DF-B638-1D8062652F62}" destId="{8892BEC9-6B9B-4B48-AEDC-CF4E6C7A5FEE}" srcOrd="0" destOrd="0" presId="urn:microsoft.com/office/officeart/2005/8/layout/hierarchy1"/>
    <dgm:cxn modelId="{1CD9D5FD-0436-4C70-93D4-976BE2C7A8A9}" type="presParOf" srcId="{CC5E483C-A591-42DF-B638-1D8062652F62}" destId="{87D562DD-6067-4236-892F-DA85B2B2DCC0}" srcOrd="1" destOrd="0" presId="urn:microsoft.com/office/officeart/2005/8/layout/hierarchy1"/>
    <dgm:cxn modelId="{BD24C93E-B2EC-4513-8CC5-39D2F295C68E}" type="presParOf" srcId="{3BC86F79-9B8A-42E9-A795-28FEC315C6A1}" destId="{E2ABE9AA-B015-4DAC-9B7D-ED81A72C27D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30AB0-74BB-4FCD-9B6F-B28D2EF4E542}">
      <dsp:nvSpPr>
        <dsp:cNvPr id="0" name=""/>
        <dsp:cNvSpPr/>
      </dsp:nvSpPr>
      <dsp:spPr>
        <a:xfrm>
          <a:off x="12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399F6-D8C8-4707-B59D-A3CA797001B8}">
      <dsp:nvSpPr>
        <dsp:cNvPr id="0" name=""/>
        <dsp:cNvSpPr/>
      </dsp:nvSpPr>
      <dsp:spPr>
        <a:xfrm>
          <a:off x="480082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3200" kern="1200" noProof="0" dirty="0"/>
            <a:t>La limpieza de datos consiste en corregir los datos erróneos de tu conjunto de datos.</a:t>
          </a:r>
        </a:p>
      </dsp:txBody>
      <dsp:txXfrm>
        <a:off x="560236" y="832323"/>
        <a:ext cx="4149382" cy="2576345"/>
      </dsp:txXfrm>
    </dsp:sp>
    <dsp:sp modelId="{61113E2C-81CD-453E-9AC3-9837629B40FF}">
      <dsp:nvSpPr>
        <dsp:cNvPr id="0" name=""/>
        <dsp:cNvSpPr/>
      </dsp:nvSpPr>
      <dsp:spPr>
        <a:xfrm>
          <a:off x="52686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F12523-2492-4AF5-8FED-79994B358DCC}">
      <dsp:nvSpPr>
        <dsp:cNvPr id="0" name=""/>
        <dsp:cNvSpPr/>
      </dsp:nvSpPr>
      <dsp:spPr>
        <a:xfrm>
          <a:off x="5747481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b="1" kern="1200" noProof="0" dirty="0"/>
            <a:t>Los datos erróneos pueden ser: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 noProof="0" dirty="0"/>
            <a:t>Celdas vacías
Datos con formato incorrecto
Datos erróneos
Duplicados</a:t>
          </a:r>
        </a:p>
      </dsp:txBody>
      <dsp:txXfrm>
        <a:off x="5827635" y="832323"/>
        <a:ext cx="4149382" cy="25763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51137-DD0C-40BC-8127-739ABD8C13FE}">
      <dsp:nvSpPr>
        <dsp:cNvPr id="0" name=""/>
        <dsp:cNvSpPr/>
      </dsp:nvSpPr>
      <dsp:spPr>
        <a:xfrm>
          <a:off x="0" y="227110"/>
          <a:ext cx="4499133" cy="28569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8F256-3346-4412-9ABB-93E5831EE92E}">
      <dsp:nvSpPr>
        <dsp:cNvPr id="0" name=""/>
        <dsp:cNvSpPr/>
      </dsp:nvSpPr>
      <dsp:spPr>
        <a:xfrm>
          <a:off x="499903" y="702019"/>
          <a:ext cx="4499133" cy="28569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3200" kern="1200" noProof="0" dirty="0"/>
            <a:t>Una forma de lidiar con las celdas vacías es eliminar las filas que las contienen.</a:t>
          </a:r>
        </a:p>
      </dsp:txBody>
      <dsp:txXfrm>
        <a:off x="583580" y="785696"/>
        <a:ext cx="4331779" cy="26895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51137-DD0C-40BC-8127-739ABD8C13FE}">
      <dsp:nvSpPr>
        <dsp:cNvPr id="0" name=""/>
        <dsp:cNvSpPr/>
      </dsp:nvSpPr>
      <dsp:spPr>
        <a:xfrm>
          <a:off x="0" y="227110"/>
          <a:ext cx="4499133" cy="28569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8F256-3346-4412-9ABB-93E5831EE92E}">
      <dsp:nvSpPr>
        <dsp:cNvPr id="0" name=""/>
        <dsp:cNvSpPr/>
      </dsp:nvSpPr>
      <dsp:spPr>
        <a:xfrm>
          <a:off x="499903" y="702019"/>
          <a:ext cx="4499133" cy="28569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3200" kern="1200" noProof="0" dirty="0"/>
            <a:t>Otra forma de lidiar con las celdas vacías es insertar un nuevo valor.</a:t>
          </a:r>
        </a:p>
      </dsp:txBody>
      <dsp:txXfrm>
        <a:off x="583580" y="785696"/>
        <a:ext cx="4331779" cy="26895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51137-DD0C-40BC-8127-739ABD8C13FE}">
      <dsp:nvSpPr>
        <dsp:cNvPr id="0" name=""/>
        <dsp:cNvSpPr/>
      </dsp:nvSpPr>
      <dsp:spPr>
        <a:xfrm>
          <a:off x="2440" y="228737"/>
          <a:ext cx="4494739" cy="2854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8F256-3346-4412-9ABB-93E5831EE92E}">
      <dsp:nvSpPr>
        <dsp:cNvPr id="0" name=""/>
        <dsp:cNvSpPr/>
      </dsp:nvSpPr>
      <dsp:spPr>
        <a:xfrm>
          <a:off x="501856" y="703182"/>
          <a:ext cx="4494739" cy="28541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3200" kern="1200" noProof="0" dirty="0"/>
            <a:t>Para reemplazar únicamente los valores vacíos de una columna, especifique el nombre de la columna para el </a:t>
          </a:r>
          <a:r>
            <a:rPr lang="es-CR" sz="3200" kern="1200" noProof="0" dirty="0" err="1"/>
            <a:t>DataFrame</a:t>
          </a:r>
          <a:r>
            <a:rPr lang="es-CR" sz="3200" kern="1200" noProof="0" dirty="0"/>
            <a:t>.</a:t>
          </a:r>
        </a:p>
      </dsp:txBody>
      <dsp:txXfrm>
        <a:off x="585451" y="786777"/>
        <a:ext cx="4327549" cy="26869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30AB0-74BB-4FCD-9B6F-B28D2EF4E542}">
      <dsp:nvSpPr>
        <dsp:cNvPr id="0" name=""/>
        <dsp:cNvSpPr/>
      </dsp:nvSpPr>
      <dsp:spPr>
        <a:xfrm>
          <a:off x="12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399F6-D8C8-4707-B59D-A3CA797001B8}">
      <dsp:nvSpPr>
        <dsp:cNvPr id="0" name=""/>
        <dsp:cNvSpPr/>
      </dsp:nvSpPr>
      <dsp:spPr>
        <a:xfrm>
          <a:off x="480082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3200" kern="1200" noProof="0" dirty="0"/>
            <a:t>Una forma común de reemplazar las celdas vacías es calcular la media, la mediana o la moda de la columna.</a:t>
          </a:r>
        </a:p>
      </dsp:txBody>
      <dsp:txXfrm>
        <a:off x="560236" y="832323"/>
        <a:ext cx="4149382" cy="2576345"/>
      </dsp:txXfrm>
    </dsp:sp>
    <dsp:sp modelId="{C0081524-7AA9-4AA7-BE87-C6F17D6BE20D}">
      <dsp:nvSpPr>
        <dsp:cNvPr id="0" name=""/>
        <dsp:cNvSpPr/>
      </dsp:nvSpPr>
      <dsp:spPr>
        <a:xfrm>
          <a:off x="52686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C3F59C-A311-4CFB-B307-CA56AF0BC4CD}">
      <dsp:nvSpPr>
        <dsp:cNvPr id="0" name=""/>
        <dsp:cNvSpPr/>
      </dsp:nvSpPr>
      <dsp:spPr>
        <a:xfrm>
          <a:off x="5747481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800" kern="1200" noProof="0" dirty="0"/>
            <a:t>Pandas utiliza los métodos </a:t>
          </a:r>
          <a:r>
            <a:rPr lang="es-CR" sz="2800" i="1" kern="1200" noProof="0" dirty="0"/>
            <a:t>mean()</a:t>
          </a:r>
          <a:r>
            <a:rPr lang="es-CR" sz="2800" kern="1200" noProof="0" dirty="0"/>
            <a:t>, </a:t>
          </a:r>
          <a:r>
            <a:rPr lang="es-CR" sz="2800" i="1" kern="1200" noProof="0" dirty="0"/>
            <a:t>median()</a:t>
          </a:r>
          <a:r>
            <a:rPr lang="es-CR" sz="2800" kern="1200" noProof="0" dirty="0"/>
            <a:t> y </a:t>
          </a:r>
          <a:r>
            <a:rPr lang="es-CR" sz="2800" i="1" kern="1200" noProof="0" dirty="0" err="1"/>
            <a:t>mode</a:t>
          </a:r>
          <a:r>
            <a:rPr lang="es-CR" sz="2800" i="1" kern="1200" noProof="0" dirty="0"/>
            <a:t>()</a:t>
          </a:r>
          <a:r>
            <a:rPr lang="es-CR" sz="2800" kern="1200" noProof="0" dirty="0"/>
            <a:t> para calcular los valores respectivos de una columna específica:</a:t>
          </a:r>
        </a:p>
      </dsp:txBody>
      <dsp:txXfrm>
        <a:off x="5827635" y="832323"/>
        <a:ext cx="4149382" cy="25763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30AB0-74BB-4FCD-9B6F-B28D2EF4E542}">
      <dsp:nvSpPr>
        <dsp:cNvPr id="0" name=""/>
        <dsp:cNvSpPr/>
      </dsp:nvSpPr>
      <dsp:spPr>
        <a:xfrm>
          <a:off x="12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399F6-D8C8-4707-B59D-A3CA797001B8}">
      <dsp:nvSpPr>
        <dsp:cNvPr id="0" name=""/>
        <dsp:cNvSpPr/>
      </dsp:nvSpPr>
      <dsp:spPr>
        <a:xfrm>
          <a:off x="480082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800" kern="1200" noProof="0" dirty="0"/>
            <a:t>Las celdas con datos en formato incorrecto pueden dificultar, o incluso imposibilitar, el análisis de los datos.</a:t>
          </a:r>
        </a:p>
      </dsp:txBody>
      <dsp:txXfrm>
        <a:off x="560236" y="832323"/>
        <a:ext cx="4149382" cy="2576345"/>
      </dsp:txXfrm>
    </dsp:sp>
    <dsp:sp modelId="{FEFA197A-2A6E-460A-BCEF-854487BE1031}">
      <dsp:nvSpPr>
        <dsp:cNvPr id="0" name=""/>
        <dsp:cNvSpPr/>
      </dsp:nvSpPr>
      <dsp:spPr>
        <a:xfrm>
          <a:off x="52686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B1257-4687-4E89-A348-E3A8B54CFB6D}">
      <dsp:nvSpPr>
        <dsp:cNvPr id="0" name=""/>
        <dsp:cNvSpPr/>
      </dsp:nvSpPr>
      <dsp:spPr>
        <a:xfrm>
          <a:off x="5747481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800" kern="1200" noProof="0" dirty="0"/>
            <a:t>Para solucionarlo, tienes dos opciones: eliminar las filas o convertir todas las celdas de las columnas al mismo formato.</a:t>
          </a:r>
        </a:p>
      </dsp:txBody>
      <dsp:txXfrm>
        <a:off x="5827635" y="832323"/>
        <a:ext cx="4149382" cy="257634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30AB0-74BB-4FCD-9B6F-B28D2EF4E542}">
      <dsp:nvSpPr>
        <dsp:cNvPr id="0" name=""/>
        <dsp:cNvSpPr/>
      </dsp:nvSpPr>
      <dsp:spPr>
        <a:xfrm>
          <a:off x="12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399F6-D8C8-4707-B59D-A3CA797001B8}">
      <dsp:nvSpPr>
        <dsp:cNvPr id="0" name=""/>
        <dsp:cNvSpPr/>
      </dsp:nvSpPr>
      <dsp:spPr>
        <a:xfrm>
          <a:off x="480082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 noProof="0" dirty="0"/>
            <a:t>Los "datos erróneos" no tienen por qué ser "celdas vacías" o "formato incorrecto", simplemente pueden ser incorrectos, como si alguien hubiera registrado "199" en lugar de "1,99".</a:t>
          </a:r>
        </a:p>
      </dsp:txBody>
      <dsp:txXfrm>
        <a:off x="560236" y="832323"/>
        <a:ext cx="4149382" cy="2576345"/>
      </dsp:txXfrm>
    </dsp:sp>
    <dsp:sp modelId="{0FAB572E-75C8-4E4D-B51B-E725475EFF9C}">
      <dsp:nvSpPr>
        <dsp:cNvPr id="0" name=""/>
        <dsp:cNvSpPr/>
      </dsp:nvSpPr>
      <dsp:spPr>
        <a:xfrm>
          <a:off x="52686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094BC2-8D9C-4B4E-83D5-EF6C14392102}">
      <dsp:nvSpPr>
        <dsp:cNvPr id="0" name=""/>
        <dsp:cNvSpPr/>
      </dsp:nvSpPr>
      <dsp:spPr>
        <a:xfrm>
          <a:off x="5747481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800" kern="1200" noProof="0" dirty="0"/>
            <a:t>A veces, al observar el conjunto de datos, se pueden detectar datos erróneos, ya que se tiene una expectativa sobre cómo deberían ser.</a:t>
          </a:r>
        </a:p>
      </dsp:txBody>
      <dsp:txXfrm>
        <a:off x="5827635" y="832323"/>
        <a:ext cx="4149382" cy="257634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92BEC9-6B9B-4B48-AEDC-CF4E6C7A5FEE}">
      <dsp:nvSpPr>
        <dsp:cNvPr id="0" name=""/>
        <dsp:cNvSpPr/>
      </dsp:nvSpPr>
      <dsp:spPr>
        <a:xfrm>
          <a:off x="12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D562DD-6067-4236-892F-DA85B2B2DCC0}">
      <dsp:nvSpPr>
        <dsp:cNvPr id="0" name=""/>
        <dsp:cNvSpPr/>
      </dsp:nvSpPr>
      <dsp:spPr>
        <a:xfrm>
          <a:off x="480082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 noProof="0" dirty="0"/>
            <a:t>El método </a:t>
          </a:r>
          <a:r>
            <a:rPr lang="es-CR" sz="2400" b="1" kern="1200" noProof="0" dirty="0" err="1"/>
            <a:t>corr</a:t>
          </a:r>
          <a:r>
            <a:rPr lang="es-CR" sz="2400" b="1" kern="1200" noProof="0" dirty="0"/>
            <a:t>()</a:t>
          </a:r>
          <a:r>
            <a:rPr lang="es-CR" sz="2400" kern="1200" noProof="0" dirty="0"/>
            <a:t> calcula la relación entre cada columna de tu conjunto de datos.</a:t>
          </a:r>
        </a:p>
      </dsp:txBody>
      <dsp:txXfrm>
        <a:off x="560236" y="832323"/>
        <a:ext cx="4149382" cy="2576345"/>
      </dsp:txXfrm>
    </dsp:sp>
    <dsp:sp modelId="{567F3681-0E05-434D-AF54-5A03F85AB191}">
      <dsp:nvSpPr>
        <dsp:cNvPr id="0" name=""/>
        <dsp:cNvSpPr/>
      </dsp:nvSpPr>
      <dsp:spPr>
        <a:xfrm>
          <a:off x="52686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A5FDA-3505-479A-9343-BF65B91C7005}">
      <dsp:nvSpPr>
        <dsp:cNvPr id="0" name=""/>
        <dsp:cNvSpPr/>
      </dsp:nvSpPr>
      <dsp:spPr>
        <a:xfrm>
          <a:off x="5747481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000" kern="1200" noProof="0" dirty="0"/>
            <a:t>El resultado del método </a:t>
          </a:r>
          <a:r>
            <a:rPr lang="es-CR" sz="2000" b="1" kern="1200" noProof="0" dirty="0" err="1"/>
            <a:t>corr</a:t>
          </a:r>
          <a:r>
            <a:rPr lang="es-CR" sz="2000" b="1" kern="1200" noProof="0" dirty="0"/>
            <a:t>()</a:t>
          </a:r>
          <a:r>
            <a:rPr lang="es-CR" sz="2000" kern="1200" noProof="0" dirty="0"/>
            <a:t> es una tabla con muchos números que representan la relación entre dos columnas.</a:t>
          </a:r>
        </a:p>
      </dsp:txBody>
      <dsp:txXfrm>
        <a:off x="5827635" y="832323"/>
        <a:ext cx="4149382" cy="257634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92BEC9-6B9B-4B48-AEDC-CF4E6C7A5FEE}">
      <dsp:nvSpPr>
        <dsp:cNvPr id="0" name=""/>
        <dsp:cNvSpPr/>
      </dsp:nvSpPr>
      <dsp:spPr>
        <a:xfrm>
          <a:off x="12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D562DD-6067-4236-892F-DA85B2B2DCC0}">
      <dsp:nvSpPr>
        <dsp:cNvPr id="0" name=""/>
        <dsp:cNvSpPr/>
      </dsp:nvSpPr>
      <dsp:spPr>
        <a:xfrm>
          <a:off x="480082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 noProof="0" dirty="0"/>
            <a:t>Pandas utiliza el método </a:t>
          </a:r>
          <a:r>
            <a:rPr lang="es-CR" sz="2400" b="1" kern="1200" noProof="0" dirty="0" err="1"/>
            <a:t>plot</a:t>
          </a:r>
          <a:r>
            <a:rPr lang="es-CR" sz="2400" b="1" kern="1200" noProof="0" dirty="0"/>
            <a:t>()</a:t>
          </a:r>
          <a:r>
            <a:rPr lang="es-CR" sz="2400" kern="1200" noProof="0" dirty="0"/>
            <a:t> para crear diagramas.</a:t>
          </a:r>
        </a:p>
      </dsp:txBody>
      <dsp:txXfrm>
        <a:off x="560236" y="832323"/>
        <a:ext cx="4149382" cy="2576345"/>
      </dsp:txXfrm>
    </dsp:sp>
    <dsp:sp modelId="{567F3681-0E05-434D-AF54-5A03F85AB191}">
      <dsp:nvSpPr>
        <dsp:cNvPr id="0" name=""/>
        <dsp:cNvSpPr/>
      </dsp:nvSpPr>
      <dsp:spPr>
        <a:xfrm>
          <a:off x="52686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A5FDA-3505-479A-9343-BF65B91C7005}">
      <dsp:nvSpPr>
        <dsp:cNvPr id="0" name=""/>
        <dsp:cNvSpPr/>
      </dsp:nvSpPr>
      <dsp:spPr>
        <a:xfrm>
          <a:off x="5747481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000" kern="1200" noProof="0" dirty="0"/>
            <a:t>Podemos usar </a:t>
          </a:r>
          <a:r>
            <a:rPr lang="es-CR" sz="2000" kern="1200" noProof="0" dirty="0" err="1"/>
            <a:t>Pyplot</a:t>
          </a:r>
          <a:r>
            <a:rPr lang="es-CR" sz="2000" kern="1200" noProof="0" dirty="0"/>
            <a:t>, un submódulo de la biblioteca </a:t>
          </a:r>
          <a:r>
            <a:rPr lang="es-CR" sz="2000" kern="1200" noProof="0" dirty="0" err="1"/>
            <a:t>Matplotlib</a:t>
          </a:r>
          <a:r>
            <a:rPr lang="es-CR" sz="2000" kern="1200" noProof="0" dirty="0"/>
            <a:t>, para visualizar el diagrama en pantalla.</a:t>
          </a:r>
        </a:p>
      </dsp:txBody>
      <dsp:txXfrm>
        <a:off x="5827635" y="832323"/>
        <a:ext cx="4149382" cy="257634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92BEC9-6B9B-4B48-AEDC-CF4E6C7A5FEE}">
      <dsp:nvSpPr>
        <dsp:cNvPr id="0" name=""/>
        <dsp:cNvSpPr/>
      </dsp:nvSpPr>
      <dsp:spPr>
        <a:xfrm>
          <a:off x="12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D562DD-6067-4236-892F-DA85B2B2DCC0}">
      <dsp:nvSpPr>
        <dsp:cNvPr id="0" name=""/>
        <dsp:cNvSpPr/>
      </dsp:nvSpPr>
      <dsp:spPr>
        <a:xfrm>
          <a:off x="480082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noProof="0" dirty="0"/>
            <a:t>Especifica que deseas un diagrama de dispersión con el argumento </a:t>
          </a:r>
          <a:r>
            <a:rPr lang="es-ES" sz="2400" b="1" kern="1200" noProof="0" dirty="0" err="1"/>
            <a:t>kind</a:t>
          </a:r>
          <a:r>
            <a:rPr lang="es-ES" sz="2400" b="1" kern="1200" noProof="0" dirty="0"/>
            <a:t>.</a:t>
          </a:r>
        </a:p>
      </dsp:txBody>
      <dsp:txXfrm>
        <a:off x="560236" y="832323"/>
        <a:ext cx="4149382" cy="2576345"/>
      </dsp:txXfrm>
    </dsp:sp>
    <dsp:sp modelId="{567F3681-0E05-434D-AF54-5A03F85AB191}">
      <dsp:nvSpPr>
        <dsp:cNvPr id="0" name=""/>
        <dsp:cNvSpPr/>
      </dsp:nvSpPr>
      <dsp:spPr>
        <a:xfrm>
          <a:off x="52686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A5FDA-3505-479A-9343-BF65B91C7005}">
      <dsp:nvSpPr>
        <dsp:cNvPr id="0" name=""/>
        <dsp:cNvSpPr/>
      </dsp:nvSpPr>
      <dsp:spPr>
        <a:xfrm>
          <a:off x="5747481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000" b="1" kern="1200" noProof="0" dirty="0"/>
            <a:t>Tipos de diagramas: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 err="1"/>
            <a:t>Histograma</a:t>
          </a:r>
          <a:r>
            <a:rPr lang="en-US" sz="2000" kern="1200" noProof="0" dirty="0"/>
            <a:t>(</a:t>
          </a:r>
          <a:r>
            <a:rPr lang="en-US" sz="2000" b="0" i="0" kern="1200" dirty="0"/>
            <a:t>hist</a:t>
          </a:r>
          <a:r>
            <a:rPr lang="en-US" sz="2000" kern="1200" noProof="0" dirty="0"/>
            <a:t>)</a:t>
          </a:r>
          <a:br>
            <a:rPr lang="en-US" sz="2000" b="0" i="0" kern="1200" dirty="0"/>
          </a:br>
          <a:r>
            <a:rPr lang="en-US" sz="2000" b="0" i="0" kern="1200" dirty="0" err="1"/>
            <a:t>Gráficos</a:t>
          </a:r>
          <a:r>
            <a:rPr lang="en-US" sz="2000" b="0" i="0" kern="1200" dirty="0"/>
            <a:t> de </a:t>
          </a:r>
          <a:r>
            <a:rPr lang="en-US" sz="2000" b="0" i="0" kern="1200" dirty="0" err="1"/>
            <a:t>líneas</a:t>
          </a:r>
          <a:r>
            <a:rPr lang="en-US" sz="2000" b="0" i="0" kern="1200" dirty="0"/>
            <a:t> (plot)</a:t>
          </a:r>
          <a:br>
            <a:rPr lang="en-US" sz="2000" kern="1200" noProof="0" dirty="0"/>
          </a:br>
          <a:r>
            <a:rPr lang="en-US" sz="2000" kern="1200" noProof="0" dirty="0" err="1"/>
            <a:t>Diagrama</a:t>
          </a:r>
          <a:r>
            <a:rPr lang="en-US" sz="2000" kern="1200" noProof="0" dirty="0"/>
            <a:t> de dispersion(</a:t>
          </a:r>
          <a:r>
            <a:rPr lang="en-US" sz="2000" b="0" i="0" kern="1200" dirty="0"/>
            <a:t>scatter</a:t>
          </a:r>
          <a:r>
            <a:rPr lang="en-US" sz="2000" kern="1200" noProof="0" dirty="0"/>
            <a:t>)</a:t>
          </a:r>
          <a:br>
            <a:rPr lang="en-US" sz="2000" kern="1200" noProof="0" dirty="0"/>
          </a:br>
          <a:r>
            <a:rPr lang="es-ES" sz="2000" kern="1200" noProof="0" dirty="0"/>
            <a:t>Gráficos de barras (bar y </a:t>
          </a:r>
          <a:r>
            <a:rPr lang="es-ES" sz="2000" kern="1200" noProof="0" dirty="0" err="1"/>
            <a:t>barh</a:t>
          </a:r>
          <a:r>
            <a:rPr lang="es-ES" sz="2000" kern="1200" noProof="0" dirty="0"/>
            <a:t>)</a:t>
          </a:r>
          <a:endParaRPr lang="en-US" sz="2000" kern="1200" noProof="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R" sz="2000" kern="1200" noProof="0" dirty="0"/>
        </a:p>
      </dsp:txBody>
      <dsp:txXfrm>
        <a:off x="5827635" y="832323"/>
        <a:ext cx="4149382" cy="257634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92BEC9-6B9B-4B48-AEDC-CF4E6C7A5FEE}">
      <dsp:nvSpPr>
        <dsp:cNvPr id="0" name=""/>
        <dsp:cNvSpPr/>
      </dsp:nvSpPr>
      <dsp:spPr>
        <a:xfrm>
          <a:off x="0" y="227110"/>
          <a:ext cx="4499133" cy="28569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D562DD-6067-4236-892F-DA85B2B2DCC0}">
      <dsp:nvSpPr>
        <dsp:cNvPr id="0" name=""/>
        <dsp:cNvSpPr/>
      </dsp:nvSpPr>
      <dsp:spPr>
        <a:xfrm>
          <a:off x="499903" y="702019"/>
          <a:ext cx="4499133" cy="28569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noProof="0" dirty="0"/>
            <a:t>Algunos diagramas requieren un eje x y un eje y.</a:t>
          </a:r>
          <a:endParaRPr lang="en-US" sz="2400" kern="1200" noProof="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noProof="0" dirty="0"/>
            <a:t>En el siguiente ejemplo, usaremos "Duración" para el eje x y "Calorías" para el eje y.</a:t>
          </a:r>
          <a:endParaRPr lang="en-US" sz="2400" kern="1200" noProof="0" dirty="0"/>
        </a:p>
      </dsp:txBody>
      <dsp:txXfrm>
        <a:off x="583580" y="785696"/>
        <a:ext cx="4331779" cy="26895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73BB4-624C-4056-8D37-621F995BF4B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39530-64A9-4925-8D5E-E0CCBAA79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6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4141A-0D2F-ABFC-A072-395038429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13CF904-C24D-AB0F-249A-E8703DB15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451746D-9160-3A64-F6A2-13AA67E95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EE9972-1709-50F8-66C9-7E3D1353D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2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77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00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CF167-172B-6788-832E-EF8FF7074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FBB0E11-B971-C309-9332-22FC4C449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3B84602-5676-9E59-F160-F3105F182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715D3B-D601-363F-7E31-646EEF6FB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592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24EC6-07A0-B849-F45F-53D9CA5D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72BD90-0FDB-0E69-9153-4AF2959E0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51AA43-0089-0F45-F41A-2F98061F0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625A48-ABA2-4F01-5D1D-6E2EFD5F9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16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E0EBF-E946-EF26-487B-6E70FE6D1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090F10D-DEE6-B7AF-11F3-F29E65DEE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CE9838-7F94-B569-597F-3F9237164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FE0158-1F03-F542-709C-A9928D87D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70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A0EC4-0D21-16DA-6F3B-8009972DE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D06D86E-E950-C5CC-FE4B-FF968D715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9D4C6CA-88FD-0606-C8BD-CB1C43970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76BF43-D8FE-FCD8-F70C-B36616DA7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63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90BD8-C823-9D23-5B9D-833667DD4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8BBADE9-5F2A-4C96-B5B4-88697FA8F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63EEFB2-1748-DC11-6C02-DFA38B85C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E94EE3-ABC4-DF7B-59C3-541D668A6F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87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A24D2-6CC2-944F-65ED-0B296812D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B301B4E-0EC8-BEF4-8D15-E38F3D08D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95EBB6-050D-AF06-9DFD-397592A9A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2118DB-EDD5-794E-89DA-3DAD899BC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62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26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0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88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4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2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3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5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1ECB181-E4EF-43AF-A2BE-59DB96048CA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5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3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5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1ECB181-E4EF-43AF-A2BE-59DB96048CA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3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diagramLayout" Target="../diagrams/layout4.xml"/><Relationship Id="rId7" Type="http://schemas.openxmlformats.org/officeDocument/2006/relationships/image" Target="../media/image3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5.png"/><Relationship Id="rId4" Type="http://schemas.microsoft.com/office/2007/relationships/hdphoto" Target="../media/hdphoto4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8.wdp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microsoft.com/office/2007/relationships/hdphoto" Target="../media/hdphoto10.wdp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microsoft.com/office/2007/relationships/hdphoto" Target="../media/hdphoto12.wdp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Relationship Id="rId9" Type="http://schemas.microsoft.com/office/2007/relationships/hdphoto" Target="../media/hdphoto13.wdp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DC1A-6045-17E2-6EDD-50C40FEC5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s-CR" noProof="0" dirty="0"/>
              <a:t>Análisis de datos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D2767-C243-3E7C-4D5B-39E139A13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noProof="0" dirty="0"/>
              <a:t>Bach. Daniel Pérez Morera</a:t>
            </a:r>
          </a:p>
        </p:txBody>
      </p:sp>
    </p:spTree>
    <p:extLst>
      <p:ext uri="{BB962C8B-B14F-4D97-AF65-F5344CB8AC3E}">
        <p14:creationId xmlns:p14="http://schemas.microsoft.com/office/powerpoint/2010/main" val="180755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98DB1-9D18-44EB-3FAD-115B8F760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CR" b="1" noProof="0" dirty="0"/>
              <a:t>Limpieza de datos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D9AF9844-44B7-FB1C-EEB5-4DAEC1DC78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910618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5970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1DCC5-DDCE-32EF-9E6B-4DA472B9E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90AE-BA8A-92B0-9079-B9A3E5983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CR" b="1" noProof="0" dirty="0"/>
              <a:t>¿Cómo eliminar celdas vacías?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061C446A-50EA-1E13-30F0-CC4640C5B1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2757137"/>
              </p:ext>
            </p:extLst>
          </p:nvPr>
        </p:nvGraphicFramePr>
        <p:xfrm>
          <a:off x="1096963" y="2051218"/>
          <a:ext cx="4999037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6B16A8C8-C78F-0BAC-CA2B-8B59F7BCEF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29459" y="2578077"/>
            <a:ext cx="4626221" cy="27323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1901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431378-C25B-A580-8B70-009A420E2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6C19-8E53-303B-3BF0-227181EAF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CR" b="1" noProof="0" dirty="0"/>
              <a:t>¿Cómo reemplazar valores vacíos?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0B565EC3-6CBF-490C-7CE5-445B7B9CF8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1430600"/>
              </p:ext>
            </p:extLst>
          </p:nvPr>
        </p:nvGraphicFramePr>
        <p:xfrm>
          <a:off x="1096963" y="2098515"/>
          <a:ext cx="4999037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D0C1C1F7-427F-F4E7-4D27-ED541CCC6F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73120" y="2801425"/>
            <a:ext cx="4882560" cy="23192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13735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F189C-94E1-9AAA-AEB5-4FCD4620D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A09E4-F22B-8CCA-D0AB-A4BC40138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349" y="248026"/>
            <a:ext cx="10357301" cy="1450757"/>
          </a:xfrm>
        </p:spPr>
        <p:txBody>
          <a:bodyPr>
            <a:normAutofit/>
          </a:bodyPr>
          <a:lstStyle/>
          <a:p>
            <a:pPr algn="ctr"/>
            <a:r>
              <a:rPr lang="es-CR" b="1" noProof="0" dirty="0"/>
              <a:t>¿Cómo reemplazar solo para las columnas especificadas?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6B39BAFF-2E9E-F6C7-1AB0-5B42F3FD47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7726302"/>
              </p:ext>
            </p:extLst>
          </p:nvPr>
        </p:nvGraphicFramePr>
        <p:xfrm>
          <a:off x="1096963" y="2098515"/>
          <a:ext cx="4999037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2793F55E-C244-728C-B011-91C6757913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2109" y="2935793"/>
            <a:ext cx="5132052" cy="20582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810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FEAC6-BE20-AC04-7513-DCF595FA4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0DC-FB0E-B93C-D6D6-682D4CE89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956" y="248026"/>
            <a:ext cx="11464413" cy="1450757"/>
          </a:xfrm>
        </p:spPr>
        <p:txBody>
          <a:bodyPr>
            <a:normAutofit/>
          </a:bodyPr>
          <a:lstStyle/>
          <a:p>
            <a:pPr algn="ctr"/>
            <a:r>
              <a:rPr lang="es-CR" b="1" noProof="0" dirty="0"/>
              <a:t>¿Cómo reemplazar usando la media, mediana o moda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F4AE71BF-1331-E521-D4BA-03A8B9F977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0860985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2916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110713-F656-6DFA-EAEA-802410AC2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3508A-60FF-4FE6-3A20-AB02D71F6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693" y="248026"/>
            <a:ext cx="11146832" cy="1450757"/>
          </a:xfrm>
        </p:spPr>
        <p:txBody>
          <a:bodyPr>
            <a:normAutofit/>
          </a:bodyPr>
          <a:lstStyle/>
          <a:p>
            <a:pPr algn="ctr"/>
            <a:r>
              <a:rPr lang="es-CR" b="1" noProof="0" dirty="0"/>
              <a:t>Reemplazar usando la media, mediana o moda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67A57A9-D0C3-F6C0-6A93-021D442F7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0940" y="2171522"/>
            <a:ext cx="5319252" cy="26526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B09154B-33E9-D93B-EDF2-3B315ECE86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41808" y="2102696"/>
            <a:ext cx="5319252" cy="26526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7051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33412-B6F7-5EC5-998F-373B15B04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416D-847C-5EB0-1AD8-372A9C2B8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693" y="248026"/>
            <a:ext cx="11146832" cy="1450757"/>
          </a:xfrm>
        </p:spPr>
        <p:txBody>
          <a:bodyPr>
            <a:normAutofit/>
          </a:bodyPr>
          <a:lstStyle/>
          <a:p>
            <a:pPr algn="ctr"/>
            <a:r>
              <a:rPr lang="es-CR" b="1" noProof="0" dirty="0"/>
              <a:t>Reemplazar usando la media, mediana o moda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CF9CA0A-ADFC-9DA7-3D47-53852DE497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33896" y="1886398"/>
            <a:ext cx="6924207" cy="34529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9704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9E2E4-DBD2-EADD-A9E6-7B4AA5CC3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2B368-DDF2-55DB-05C3-012ABC933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885" y="345597"/>
            <a:ext cx="11006230" cy="1450757"/>
          </a:xfrm>
        </p:spPr>
        <p:txBody>
          <a:bodyPr>
            <a:normAutofit/>
          </a:bodyPr>
          <a:lstStyle/>
          <a:p>
            <a:pPr algn="ctr"/>
            <a:r>
              <a:rPr lang="es-CR" b="1" noProof="0" dirty="0"/>
              <a:t>¿Cómo limpiar datos con formato incorrecto?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E2DEFCF-35C9-92D3-A73B-3323C47F99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2555791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3957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6E1CD5-923A-CD56-BB61-37DBD2114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29680-2A97-24EC-ECE7-AF636DEEF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885" y="345597"/>
            <a:ext cx="11006230" cy="1450757"/>
          </a:xfrm>
        </p:spPr>
        <p:txBody>
          <a:bodyPr>
            <a:normAutofit/>
          </a:bodyPr>
          <a:lstStyle/>
          <a:p>
            <a:pPr algn="ctr"/>
            <a:r>
              <a:rPr lang="es-CR" b="1" noProof="0" dirty="0"/>
              <a:t>¿Cómo limpiar datos con formato incorrecto?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F30A334-5DB2-71DE-316D-2BF9165CE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2885" y="2694908"/>
            <a:ext cx="5754742" cy="22287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5183BDC-3C42-4109-9407-AF43C6E39C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23775" y="2694909"/>
            <a:ext cx="5542631" cy="22287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34501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0E5BDE-9BEE-87D5-EBA2-1A039CF06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C4460-9C85-2E57-7573-BA8266B58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885" y="345597"/>
            <a:ext cx="11006230" cy="1450757"/>
          </a:xfrm>
        </p:spPr>
        <p:txBody>
          <a:bodyPr>
            <a:normAutofit/>
          </a:bodyPr>
          <a:lstStyle/>
          <a:p>
            <a:pPr algn="ctr"/>
            <a:r>
              <a:rPr lang="es-CR" b="1" noProof="0" dirty="0"/>
              <a:t>¿Cómo corregir datos erróneos?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3375BAE-6241-2B19-1B8C-A306C941A8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4607094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02531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4D30A-2359-F486-95C8-0D0926304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R" b="1" noProof="0" dirty="0"/>
              <a:t>¿Cómo corregir datos erróneos?</a:t>
            </a:r>
            <a:endParaRPr lang="es-CR" noProof="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961F23-DE8F-D802-2213-500DB5677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noProof="0" dirty="0"/>
              <a:t>Reemplazar valores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0863408E-44F9-8D56-791E-9EE23B7B8C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6963" y="2991247"/>
            <a:ext cx="4938712" cy="24693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F765C07-1DE9-A6AD-BA22-C463C574E7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R" noProof="0" dirty="0"/>
              <a:t>Eliminar filas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8F3FC416-1494-46E7-79B3-5CCD0A5DCD1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18238" y="2991644"/>
            <a:ext cx="4937125" cy="24685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55839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7C2BB2-0F34-E6C7-B9F2-61EF9C5D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CA8F4-0934-F103-5D53-627C41833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885" y="345597"/>
            <a:ext cx="11006230" cy="1450757"/>
          </a:xfrm>
        </p:spPr>
        <p:txBody>
          <a:bodyPr>
            <a:normAutofit/>
          </a:bodyPr>
          <a:lstStyle/>
          <a:p>
            <a:pPr algn="ctr"/>
            <a:r>
              <a:rPr lang="es-CR" b="1" noProof="0" dirty="0"/>
              <a:t>Correlaciones de datos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1AC35B3C-199C-67E5-58F6-00896FB09A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5512752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9894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CECFA3-8307-8F11-3103-C37C0BB54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C439B-0964-0922-F541-3ABDE717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885" y="345597"/>
            <a:ext cx="11006230" cy="1450757"/>
          </a:xfrm>
        </p:spPr>
        <p:txBody>
          <a:bodyPr>
            <a:normAutofit/>
          </a:bodyPr>
          <a:lstStyle/>
          <a:p>
            <a:pPr algn="ctr"/>
            <a:r>
              <a:rPr lang="es-CR" b="1" noProof="0" dirty="0"/>
              <a:t>Correlaciones de datos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62893D0-8347-269D-24B9-C758B3FA7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85" y="2650408"/>
            <a:ext cx="4892842" cy="23241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6C3891D-6FB2-4C95-64FA-AA4DE39FD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7455" y="2650408"/>
            <a:ext cx="5881660" cy="23241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29132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0C204-8C06-E9EC-2C74-2B34E479D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DC3A3-4E06-4FC7-A3D3-BA7C6E4A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885" y="345597"/>
            <a:ext cx="11006230" cy="1450757"/>
          </a:xfrm>
        </p:spPr>
        <p:txBody>
          <a:bodyPr>
            <a:normAutofit/>
          </a:bodyPr>
          <a:lstStyle/>
          <a:p>
            <a:pPr algn="ctr"/>
            <a:r>
              <a:rPr lang="es-CR" b="1" noProof="0" dirty="0"/>
              <a:t>Correlaciones de datos</a:t>
            </a:r>
          </a:p>
        </p:txBody>
      </p:sp>
      <p:pic>
        <p:nvPicPr>
          <p:cNvPr id="3" name="Imagen 2" descr="Coeficiente de correlación de Pearson">
            <a:extLst>
              <a:ext uri="{FF2B5EF4-FFF2-40B4-BE49-F238E27FC236}">
                <a16:creationId xmlns:a16="http://schemas.microsoft.com/office/drawing/2014/main" id="{EEF93AAC-AB85-B36D-B089-38818F1F19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525" y="1985540"/>
            <a:ext cx="5758950" cy="4320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1789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0CB09-08B8-ED4D-3320-87CEE0D81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038A4-616D-81A2-BD93-719575929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885" y="345597"/>
            <a:ext cx="11006230" cy="1450757"/>
          </a:xfrm>
        </p:spPr>
        <p:txBody>
          <a:bodyPr>
            <a:normAutofit/>
          </a:bodyPr>
          <a:lstStyle/>
          <a:p>
            <a:pPr algn="ctr"/>
            <a:r>
              <a:rPr lang="es-CR" b="1" noProof="0" dirty="0"/>
              <a:t>Graficación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5F4DB1AA-9601-8947-9662-8213E5019D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0333643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40638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BCC3E-8742-532B-55F1-E1FDB3A9C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R" b="1" dirty="0"/>
              <a:t>Graficación</a:t>
            </a:r>
            <a:endParaRPr lang="es-CR" noProof="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30A6F0D-5AA3-F452-90CB-26C682C8F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s-CR" noProof="0" dirty="0"/>
              <a:t>Importar </a:t>
            </a:r>
            <a:r>
              <a:rPr lang="es-CR" dirty="0" err="1"/>
              <a:t>Matplotlib</a:t>
            </a:r>
            <a:endParaRPr lang="en-U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B046909-1764-012D-CCA7-4C41A3583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R" noProof="0" dirty="0"/>
              <a:t>Instalación de </a:t>
            </a:r>
            <a:r>
              <a:rPr lang="es-CR" dirty="0" err="1"/>
              <a:t>Matplotlib</a:t>
            </a:r>
            <a:endParaRPr lang="en-US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B124D878-73C3-864B-48CB-A0770CD4BC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6963" y="3624020"/>
            <a:ext cx="4938712" cy="12038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Marcador de contenido 14">
            <a:extLst>
              <a:ext uri="{FF2B5EF4-FFF2-40B4-BE49-F238E27FC236}">
                <a16:creationId xmlns:a16="http://schemas.microsoft.com/office/drawing/2014/main" id="{0BAD093D-2536-57B0-402A-303DE503CB5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18555" y="3624020"/>
            <a:ext cx="4937125" cy="12034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3681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62060-484A-02CF-EA16-9D542869B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2309-BC85-EE58-124D-E94BC33C3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885" y="345597"/>
            <a:ext cx="11006230" cy="1450757"/>
          </a:xfrm>
        </p:spPr>
        <p:txBody>
          <a:bodyPr>
            <a:normAutofit/>
          </a:bodyPr>
          <a:lstStyle/>
          <a:p>
            <a:pPr algn="ctr"/>
            <a:r>
              <a:rPr lang="es-CR" b="1" noProof="0" dirty="0"/>
              <a:t>Graficación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9AD43A0-103F-CD03-26BB-D90C2F4F51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2272615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21591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92ACE-3D03-C50A-06E0-B0DD53CA9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66D3-01FE-D530-522D-A5F9FF770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885" y="345597"/>
            <a:ext cx="11006230" cy="1450757"/>
          </a:xfrm>
        </p:spPr>
        <p:txBody>
          <a:bodyPr>
            <a:normAutofit/>
          </a:bodyPr>
          <a:lstStyle/>
          <a:p>
            <a:pPr algn="ctr"/>
            <a:r>
              <a:rPr lang="es-CR" b="1" noProof="0" dirty="0"/>
              <a:t>Graficación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9F488B8B-6DDC-A0AC-201F-4EE8E4C507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5012793"/>
              </p:ext>
            </p:extLst>
          </p:nvPr>
        </p:nvGraphicFramePr>
        <p:xfrm>
          <a:off x="1096963" y="2098515"/>
          <a:ext cx="4999037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B46A629C-CD05-E977-D51D-C0513CCCE7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06961" y="2354040"/>
            <a:ext cx="5208308" cy="32750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50175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D9CB9C-15CC-27CF-C66A-3A8629D63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A17A7-4A46-CDD9-118D-D90346D0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885" y="345597"/>
            <a:ext cx="11006230" cy="1450757"/>
          </a:xfrm>
        </p:spPr>
        <p:txBody>
          <a:bodyPr>
            <a:normAutofit/>
          </a:bodyPr>
          <a:lstStyle/>
          <a:p>
            <a:pPr algn="ctr"/>
            <a:r>
              <a:rPr lang="es-ES" b="1" noProof="0" dirty="0"/>
              <a:t>¿Cómo convertir objetos en un </a:t>
            </a:r>
            <a:r>
              <a:rPr lang="es-ES" b="1" noProof="0" dirty="0" err="1"/>
              <a:t>DataFrame</a:t>
            </a:r>
            <a:r>
              <a:rPr lang="es-ES" b="1" noProof="0" dirty="0"/>
              <a:t>?</a:t>
            </a:r>
            <a:endParaRPr lang="es-CR" b="1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D0A829-C803-88B4-4C68-57EBEFF8D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832" y="1796354"/>
            <a:ext cx="4116336" cy="430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44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E17E8-EF35-FB7B-FD58-C47EEBE23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714" y="263528"/>
            <a:ext cx="8718331" cy="1450757"/>
          </a:xfrm>
        </p:spPr>
        <p:txBody>
          <a:bodyPr>
            <a:normAutofit/>
          </a:bodyPr>
          <a:lstStyle/>
          <a:p>
            <a:pPr algn="ctr"/>
            <a:r>
              <a:rPr lang="es-CR" sz="4000" b="1" noProof="0" dirty="0"/>
              <a:t>Actividad 4: </a:t>
            </a:r>
            <a:r>
              <a:rPr lang="es-CR" sz="4000" noProof="0" dirty="0"/>
              <a:t>Limpieza de datos con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4FB23-DAA6-14D7-0050-88F3EA357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27601" cy="4023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sz="2400" noProof="0" dirty="0"/>
              <a:t>Utilice el archivo estudiantes.csv y Pandas para limpiar y analizar los datos.</a:t>
            </a:r>
          </a:p>
          <a:p>
            <a:pPr marL="0" indent="0">
              <a:buNone/>
            </a:pPr>
            <a:r>
              <a:rPr lang="es-CR" sz="2400" b="1" noProof="0" dirty="0"/>
              <a:t>Pasos:</a:t>
            </a:r>
          </a:p>
          <a:p>
            <a:pPr lvl="1"/>
            <a:r>
              <a:rPr lang="es-CR" sz="2000" noProof="0" dirty="0"/>
              <a:t>Cargar el </a:t>
            </a:r>
            <a:r>
              <a:rPr lang="es-CR" sz="2000" noProof="0" dirty="0" err="1"/>
              <a:t>dataset</a:t>
            </a:r>
            <a:endParaRPr lang="es-CR" sz="2000" noProof="0" dirty="0"/>
          </a:p>
          <a:p>
            <a:pPr lvl="2"/>
            <a:r>
              <a:rPr lang="es-CR" sz="1600" noProof="0" dirty="0"/>
              <a:t>Cargue el archivo utilizando Pandas.</a:t>
            </a:r>
          </a:p>
          <a:p>
            <a:pPr lvl="2"/>
            <a:r>
              <a:rPr lang="es-CR" sz="1600" noProof="0" dirty="0"/>
              <a:t>Muestre el contenido.</a:t>
            </a:r>
          </a:p>
          <a:p>
            <a:pPr lvl="1"/>
            <a:r>
              <a:rPr lang="es-CR" sz="2000" noProof="0" dirty="0"/>
              <a:t>Limpiar los datos</a:t>
            </a:r>
          </a:p>
          <a:p>
            <a:pPr lvl="2"/>
            <a:r>
              <a:rPr lang="es-CR" sz="1600" noProof="0" dirty="0"/>
              <a:t>Elimine los registros duplicados.</a:t>
            </a:r>
          </a:p>
          <a:p>
            <a:pPr marL="566928" lvl="3" indent="0">
              <a:buNone/>
            </a:pPr>
            <a:r>
              <a:rPr lang="es-CR" sz="1600" noProof="0" dirty="0"/>
              <a:t>Identifique los valores vacíos y reemplácelos utilizando la media de la columna.</a:t>
            </a:r>
          </a:p>
          <a:p>
            <a:pPr marL="566928" lvl="3" indent="0">
              <a:buNone/>
            </a:pPr>
            <a:r>
              <a:rPr lang="es-CR" sz="1600" noProof="0" dirty="0"/>
              <a:t>Corrija los datos que tengan un formato incorrecto o que sean evidentemente erróneos.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687C0E-691B-B645-B7C4-6B3824BDED19}"/>
              </a:ext>
            </a:extLst>
          </p:cNvPr>
          <p:cNvSpPr txBox="1">
            <a:spLocks/>
          </p:cNvSpPr>
          <p:nvPr/>
        </p:nvSpPr>
        <p:spPr>
          <a:xfrm>
            <a:off x="6167120" y="1845733"/>
            <a:ext cx="4927601" cy="4023359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spcBef>
                <a:spcPts val="1200"/>
              </a:spcBef>
              <a:spcAft>
                <a:spcPts val="200"/>
              </a:spcAft>
              <a:buSzPct val="100000"/>
            </a:pPr>
            <a:r>
              <a:rPr lang="es-CR" sz="2000" noProof="0" dirty="0"/>
              <a:t>Analizar los datos</a:t>
            </a:r>
          </a:p>
          <a:p>
            <a:pPr marL="468630" lvl="2" indent="-285750">
              <a:spcBef>
                <a:spcPts val="1200"/>
              </a:spcBef>
              <a:spcAft>
                <a:spcPts val="200"/>
              </a:spcAft>
              <a:buSzPct val="100000"/>
            </a:pPr>
            <a:r>
              <a:rPr lang="es-CR" sz="1600" noProof="0" dirty="0"/>
              <a:t>Calcule el promedio de Edad, Peso, </a:t>
            </a:r>
            <a:r>
              <a:rPr lang="es-CR" sz="1600" noProof="0" dirty="0" err="1"/>
              <a:t>HorasEstudio</a:t>
            </a:r>
            <a:r>
              <a:rPr lang="es-CR" sz="1600" noProof="0" dirty="0"/>
              <a:t> y </a:t>
            </a:r>
            <a:r>
              <a:rPr lang="es-CR" sz="1600" noProof="0" dirty="0" err="1"/>
              <a:t>Calificacion</a:t>
            </a:r>
            <a:r>
              <a:rPr lang="es-CR" sz="1600" noProof="0" dirty="0"/>
              <a:t>.</a:t>
            </a:r>
          </a:p>
          <a:p>
            <a:pPr marL="285750" lvl="1" indent="-285750">
              <a:spcBef>
                <a:spcPts val="1200"/>
              </a:spcBef>
              <a:spcAft>
                <a:spcPts val="200"/>
              </a:spcAft>
              <a:buSzPct val="100000"/>
            </a:pPr>
            <a:r>
              <a:rPr lang="es-CR" sz="2000" noProof="0" dirty="0"/>
              <a:t>Calcular correlaciones</a:t>
            </a:r>
          </a:p>
          <a:p>
            <a:pPr marL="468630" lvl="2" indent="-285750">
              <a:spcBef>
                <a:spcPts val="1200"/>
              </a:spcBef>
              <a:spcAft>
                <a:spcPts val="200"/>
              </a:spcAft>
              <a:buSzPct val="100000"/>
            </a:pPr>
            <a:r>
              <a:rPr lang="es-CR" sz="1600" noProof="0" dirty="0"/>
              <a:t>Utilice </a:t>
            </a:r>
            <a:r>
              <a:rPr lang="es-CR" sz="1600" noProof="0" dirty="0" err="1"/>
              <a:t>corr</a:t>
            </a:r>
            <a:r>
              <a:rPr lang="es-CR" sz="1600" noProof="0" dirty="0"/>
              <a:t>() para obtener la matriz de correlación.</a:t>
            </a:r>
          </a:p>
          <a:p>
            <a:pPr marL="468630" lvl="2" indent="-285750">
              <a:spcBef>
                <a:spcPts val="1200"/>
              </a:spcBef>
              <a:spcAft>
                <a:spcPts val="200"/>
              </a:spcAft>
              <a:buSzPct val="100000"/>
            </a:pPr>
            <a:r>
              <a:rPr lang="es-CR" sz="1600" noProof="0" dirty="0"/>
              <a:t>Analice las siguientes relaciones:</a:t>
            </a:r>
          </a:p>
          <a:p>
            <a:pPr marL="651510" lvl="3" indent="-285750">
              <a:spcBef>
                <a:spcPts val="1200"/>
              </a:spcBef>
              <a:spcAft>
                <a:spcPts val="200"/>
              </a:spcAft>
              <a:buSzPct val="100000"/>
            </a:pPr>
            <a:r>
              <a:rPr lang="es-CR" sz="1600" noProof="0" dirty="0" err="1"/>
              <a:t>HorasEstudio</a:t>
            </a:r>
            <a:r>
              <a:rPr lang="es-CR" sz="1600" noProof="0" dirty="0"/>
              <a:t> y </a:t>
            </a:r>
            <a:r>
              <a:rPr lang="es-CR" sz="1600" noProof="0" dirty="0" err="1"/>
              <a:t>Calificacion</a:t>
            </a:r>
            <a:endParaRPr lang="es-CR" sz="1600" noProof="0" dirty="0"/>
          </a:p>
          <a:p>
            <a:pPr marL="651510" lvl="3" indent="-285750">
              <a:spcBef>
                <a:spcPts val="1200"/>
              </a:spcBef>
              <a:spcAft>
                <a:spcPts val="200"/>
              </a:spcAft>
              <a:buSzPct val="100000"/>
            </a:pPr>
            <a:r>
              <a:rPr lang="es-CR" sz="1600" noProof="0" dirty="0"/>
              <a:t>Estatura y Peso</a:t>
            </a:r>
          </a:p>
          <a:p>
            <a:pPr marL="285750" lvl="1" indent="-285750">
              <a:spcBef>
                <a:spcPts val="1200"/>
              </a:spcBef>
              <a:spcAft>
                <a:spcPts val="200"/>
              </a:spcAft>
              <a:buSzPct val="100000"/>
            </a:pPr>
            <a:r>
              <a:rPr lang="es-ES" sz="2000" dirty="0" err="1"/>
              <a:t>Graficación</a:t>
            </a:r>
            <a:endParaRPr lang="es-ES" sz="2000" dirty="0"/>
          </a:p>
          <a:p>
            <a:pPr marL="468630" lvl="2" indent="-285750">
              <a:spcBef>
                <a:spcPts val="1200"/>
              </a:spcBef>
              <a:spcAft>
                <a:spcPts val="200"/>
              </a:spcAft>
              <a:buSzPct val="100000"/>
            </a:pPr>
            <a:r>
              <a:rPr lang="es-ES" sz="1600" dirty="0"/>
              <a:t>Haga un grafico de líneas para las columnas estatura y peso.</a:t>
            </a:r>
          </a:p>
        </p:txBody>
      </p:sp>
    </p:spTree>
    <p:extLst>
      <p:ext uri="{BB962C8B-B14F-4D97-AF65-F5344CB8AC3E}">
        <p14:creationId xmlns:p14="http://schemas.microsoft.com/office/powerpoint/2010/main" val="110003299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1798</TotalTime>
  <Words>624</Words>
  <Application>Microsoft Office PowerPoint</Application>
  <PresentationFormat>Panorámica</PresentationFormat>
  <Paragraphs>74</Paragraphs>
  <Slides>21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Aptos</vt:lpstr>
      <vt:lpstr>Calibri</vt:lpstr>
      <vt:lpstr>Calibri Light</vt:lpstr>
      <vt:lpstr>Retrospect</vt:lpstr>
      <vt:lpstr>Análisis de datos II</vt:lpstr>
      <vt:lpstr>Limpieza de datos</vt:lpstr>
      <vt:lpstr>¿Cómo eliminar celdas vacías?</vt:lpstr>
      <vt:lpstr>¿Cómo reemplazar valores vacíos?</vt:lpstr>
      <vt:lpstr>¿Cómo reemplazar solo para las columnas especificadas?</vt:lpstr>
      <vt:lpstr>¿Cómo reemplazar usando la media, mediana o moda</vt:lpstr>
      <vt:lpstr>Reemplazar usando la media, mediana o moda</vt:lpstr>
      <vt:lpstr>Reemplazar usando la media, mediana o moda</vt:lpstr>
      <vt:lpstr>¿Cómo limpiar datos con formato incorrecto?</vt:lpstr>
      <vt:lpstr>¿Cómo limpiar datos con formato incorrecto?</vt:lpstr>
      <vt:lpstr>¿Cómo corregir datos erróneos?</vt:lpstr>
      <vt:lpstr>¿Cómo corregir datos erróneos?</vt:lpstr>
      <vt:lpstr>Correlaciones de datos</vt:lpstr>
      <vt:lpstr>Correlaciones de datos</vt:lpstr>
      <vt:lpstr>Correlaciones de datos</vt:lpstr>
      <vt:lpstr>Graficación</vt:lpstr>
      <vt:lpstr>Graficación</vt:lpstr>
      <vt:lpstr>Graficación</vt:lpstr>
      <vt:lpstr>Graficación</vt:lpstr>
      <vt:lpstr>¿Cómo convertir objetos en un DataFrame?</vt:lpstr>
      <vt:lpstr>Actividad 4: Limpieza de datos con Pandas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ALBERTO PEREZ MORERA</dc:creator>
  <cp:lastModifiedBy>DANIEL ALBERTO PEREZ MORERA</cp:lastModifiedBy>
  <cp:revision>1</cp:revision>
  <dcterms:created xsi:type="dcterms:W3CDTF">2026-04-05T22:36:33Z</dcterms:created>
  <dcterms:modified xsi:type="dcterms:W3CDTF">2026-08-17T02:22:09Z</dcterms:modified>
</cp:coreProperties>
</file>