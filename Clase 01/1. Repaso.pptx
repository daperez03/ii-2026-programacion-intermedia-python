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256" r:id="rId2"/>
    <p:sldId id="269" r:id="rId3"/>
    <p:sldId id="271" r:id="rId4"/>
    <p:sldId id="272" r:id="rId5"/>
    <p:sldId id="275" r:id="rId6"/>
    <p:sldId id="276" r:id="rId7"/>
    <p:sldId id="277" r:id="rId8"/>
    <p:sldId id="281" r:id="rId9"/>
    <p:sldId id="283" r:id="rId10"/>
    <p:sldId id="284" r:id="rId11"/>
    <p:sldId id="280" r:id="rId12"/>
    <p:sldId id="292" r:id="rId13"/>
    <p:sldId id="293" r:id="rId14"/>
    <p:sldId id="290" r:id="rId15"/>
    <p:sldId id="294" r:id="rId16"/>
    <p:sldId id="287" r:id="rId17"/>
    <p:sldId id="288" r:id="rId18"/>
    <p:sldId id="295" r:id="rId19"/>
    <p:sldId id="297" r:id="rId20"/>
    <p:sldId id="306" r:id="rId21"/>
    <p:sldId id="300" r:id="rId22"/>
    <p:sldId id="301" r:id="rId23"/>
    <p:sldId id="30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846ADA-0636-487F-96BE-1F2D51CA1035}" v="39" dt="2026-07-16T06:02:02.6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>
      <p:cViewPr varScale="1">
        <p:scale>
          <a:sx n="78" d="100"/>
          <a:sy n="78" d="100"/>
        </p:scale>
        <p:origin x="91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BERTO PEREZ MORERA" userId="b71f61fa-2a10-40af-a76c-06b5b43d475d" providerId="ADAL" clId="{CCE38196-6549-48A5-B8F0-4FE1DF2DB2E5}"/>
    <pc:docChg chg="undo redo custSel addSld delSld modSld sldOrd">
      <pc:chgData name="DANIEL ALBERTO PEREZ MORERA" userId="b71f61fa-2a10-40af-a76c-06b5b43d475d" providerId="ADAL" clId="{CCE38196-6549-48A5-B8F0-4FE1DF2DB2E5}" dt="2026-07-16T06:07:24.643" v="1445" actId="20577"/>
      <pc:docMkLst>
        <pc:docMk/>
      </pc:docMkLst>
      <pc:sldChg chg="addSp delSp modSp new mod setBg">
        <pc:chgData name="DANIEL ALBERTO PEREZ MORERA" userId="b71f61fa-2a10-40af-a76c-06b5b43d475d" providerId="ADAL" clId="{CCE38196-6549-48A5-B8F0-4FE1DF2DB2E5}" dt="2026-07-16T05:45:31.769" v="1180" actId="1076"/>
        <pc:sldMkLst>
          <pc:docMk/>
          <pc:sldMk cId="1885970478" sldId="269"/>
        </pc:sldMkLst>
        <pc:spChg chg="mod">
          <ac:chgData name="DANIEL ALBERTO PEREZ MORERA" userId="b71f61fa-2a10-40af-a76c-06b5b43d475d" providerId="ADAL" clId="{CCE38196-6549-48A5-B8F0-4FE1DF2DB2E5}" dt="2026-07-16T05:44:23.247" v="1167" actId="14100"/>
          <ac:spMkLst>
            <pc:docMk/>
            <pc:sldMk cId="1885970478" sldId="269"/>
            <ac:spMk id="2" creationId="{CFC98DB1-9D18-44EB-3FAD-115B8F760B2F}"/>
          </ac:spMkLst>
        </pc:spChg>
        <pc:spChg chg="del mod">
          <ac:chgData name="DANIEL ALBERTO PEREZ MORERA" userId="b71f61fa-2a10-40af-a76c-06b5b43d475d" providerId="ADAL" clId="{CCE38196-6549-48A5-B8F0-4FE1DF2DB2E5}" dt="2026-07-16T05:45:09.610" v="1176" actId="478"/>
          <ac:spMkLst>
            <pc:docMk/>
            <pc:sldMk cId="1885970478" sldId="269"/>
            <ac:spMk id="3" creationId="{E6227F29-732F-EF7E-CD5E-C4A84CF128FE}"/>
          </ac:spMkLst>
        </pc:spChg>
        <pc:spChg chg="add mod">
          <ac:chgData name="DANIEL ALBERTO PEREZ MORERA" userId="b71f61fa-2a10-40af-a76c-06b5b43d475d" providerId="ADAL" clId="{CCE38196-6549-48A5-B8F0-4FE1DF2DB2E5}" dt="2026-07-16T05:45:31.769" v="1180" actId="1076"/>
          <ac:spMkLst>
            <pc:docMk/>
            <pc:sldMk cId="1885970478" sldId="269"/>
            <ac:spMk id="4" creationId="{2B594B82-AAFD-29A0-3C7D-B986AF77BC0C}"/>
          </ac:spMkLst>
        </pc:spChg>
        <pc:spChg chg="add del mod">
          <ac:chgData name="DANIEL ALBERTO PEREZ MORERA" userId="b71f61fa-2a10-40af-a76c-06b5b43d475d" providerId="ADAL" clId="{CCE38196-6549-48A5-B8F0-4FE1DF2DB2E5}" dt="2026-07-16T05:45:11.589" v="1177" actId="478"/>
          <ac:spMkLst>
            <pc:docMk/>
            <pc:sldMk cId="1885970478" sldId="269"/>
            <ac:spMk id="9" creationId="{2DB576D1-91C3-3175-19EC-819B6A4CF4C5}"/>
          </ac:spMkLst>
        </pc:spChg>
        <pc:graphicFrameChg chg="add mod">
          <ac:chgData name="DANIEL ALBERTO PEREZ MORERA" userId="b71f61fa-2a10-40af-a76c-06b5b43d475d" providerId="ADAL" clId="{CCE38196-6549-48A5-B8F0-4FE1DF2DB2E5}" dt="2026-07-16T05:45:28.189" v="1179" actId="1076"/>
          <ac:graphicFrameMkLst>
            <pc:docMk/>
            <pc:sldMk cId="1885970478" sldId="269"/>
            <ac:graphicFrameMk id="6" creationId="{D1B39CE9-11B5-0BD9-9B55-A59A10F0C836}"/>
          </ac:graphicFrameMkLst>
        </pc:graphicFrameChg>
        <pc:picChg chg="mod">
          <ac:chgData name="DANIEL ALBERTO PEREZ MORERA" userId="b71f61fa-2a10-40af-a76c-06b5b43d475d" providerId="ADAL" clId="{CCE38196-6549-48A5-B8F0-4FE1DF2DB2E5}" dt="2026-07-16T05:45:16.164" v="1178" actId="1076"/>
          <ac:picMkLst>
            <pc:docMk/>
            <pc:sldMk cId="1885970478" sldId="269"/>
            <ac:picMk id="5" creationId="{C3648D67-443F-2668-53E2-F45BB2D0A956}"/>
          </ac:picMkLst>
        </pc:picChg>
      </pc:sldChg>
      <pc:sldChg chg="del">
        <pc:chgData name="DANIEL ALBERTO PEREZ MORERA" userId="b71f61fa-2a10-40af-a76c-06b5b43d475d" providerId="ADAL" clId="{CCE38196-6549-48A5-B8F0-4FE1DF2DB2E5}" dt="2026-07-16T05:45:37.943" v="1181" actId="2696"/>
        <pc:sldMkLst>
          <pc:docMk/>
          <pc:sldMk cId="1110555708" sldId="270"/>
        </pc:sldMkLst>
      </pc:sldChg>
      <pc:sldChg chg="modSp mod">
        <pc:chgData name="DANIEL ALBERTO PEREZ MORERA" userId="b71f61fa-2a10-40af-a76c-06b5b43d475d" providerId="ADAL" clId="{CCE38196-6549-48A5-B8F0-4FE1DF2DB2E5}" dt="2026-07-16T05:45:50.973" v="1185" actId="14100"/>
        <pc:sldMkLst>
          <pc:docMk/>
          <pc:sldMk cId="2924634673" sldId="271"/>
        </pc:sldMkLst>
        <pc:spChg chg="mod">
          <ac:chgData name="DANIEL ALBERTO PEREZ MORERA" userId="b71f61fa-2a10-40af-a76c-06b5b43d475d" providerId="ADAL" clId="{CCE38196-6549-48A5-B8F0-4FE1DF2DB2E5}" dt="2026-07-16T05:45:50.973" v="1185" actId="14100"/>
          <ac:spMkLst>
            <pc:docMk/>
            <pc:sldMk cId="2924634673" sldId="271"/>
            <ac:spMk id="2" creationId="{A2DE8499-2C50-3A29-9C2B-77B0E3147D90}"/>
          </ac:spMkLst>
        </pc:spChg>
        <pc:graphicFrameChg chg="mod">
          <ac:chgData name="DANIEL ALBERTO PEREZ MORERA" userId="b71f61fa-2a10-40af-a76c-06b5b43d475d" providerId="ADAL" clId="{CCE38196-6549-48A5-B8F0-4FE1DF2DB2E5}" dt="2026-07-16T05:45:50.011" v="1184" actId="1076"/>
          <ac:graphicFrameMkLst>
            <pc:docMk/>
            <pc:sldMk cId="2924634673" sldId="271"/>
            <ac:graphicFrameMk id="4" creationId="{173C9BF9-6180-421C-03E4-FD755BCEB40B}"/>
          </ac:graphicFrameMkLst>
        </pc:graphicFrameChg>
      </pc:sldChg>
      <pc:sldChg chg="addSp modSp mod">
        <pc:chgData name="DANIEL ALBERTO PEREZ MORERA" userId="b71f61fa-2a10-40af-a76c-06b5b43d475d" providerId="ADAL" clId="{CCE38196-6549-48A5-B8F0-4FE1DF2DB2E5}" dt="2026-07-16T05:47:18.104" v="1200" actId="1076"/>
        <pc:sldMkLst>
          <pc:docMk/>
          <pc:sldMk cId="1740098146" sldId="272"/>
        </pc:sldMkLst>
        <pc:spChg chg="mod">
          <ac:chgData name="DANIEL ALBERTO PEREZ MORERA" userId="b71f61fa-2a10-40af-a76c-06b5b43d475d" providerId="ADAL" clId="{CCE38196-6549-48A5-B8F0-4FE1DF2DB2E5}" dt="2026-07-16T05:47:10.743" v="1198" actId="1076"/>
          <ac:spMkLst>
            <pc:docMk/>
            <pc:sldMk cId="1740098146" sldId="272"/>
            <ac:spMk id="2" creationId="{88FAAB60-21CD-3071-FE5A-3ECFF1B7ECA2}"/>
          </ac:spMkLst>
        </pc:spChg>
        <pc:spChg chg="add mod">
          <ac:chgData name="DANIEL ALBERTO PEREZ MORERA" userId="b71f61fa-2a10-40af-a76c-06b5b43d475d" providerId="ADAL" clId="{CCE38196-6549-48A5-B8F0-4FE1DF2DB2E5}" dt="2026-07-16T05:47:13.687" v="1199" actId="1076"/>
          <ac:spMkLst>
            <pc:docMk/>
            <pc:sldMk cId="1740098146" sldId="272"/>
            <ac:spMk id="3" creationId="{AA137265-62B2-7A28-FA50-26FC1DA27FC0}"/>
          </ac:spMkLst>
        </pc:spChg>
        <pc:graphicFrameChg chg="mod modGraphic">
          <ac:chgData name="DANIEL ALBERTO PEREZ MORERA" userId="b71f61fa-2a10-40af-a76c-06b5b43d475d" providerId="ADAL" clId="{CCE38196-6549-48A5-B8F0-4FE1DF2DB2E5}" dt="2026-07-16T05:47:03.803" v="1197" actId="1076"/>
          <ac:graphicFrameMkLst>
            <pc:docMk/>
            <pc:sldMk cId="1740098146" sldId="272"/>
            <ac:graphicFrameMk id="4" creationId="{7965C1A3-4F7D-9F05-DE9F-7CF4FEEEC949}"/>
          </ac:graphicFrameMkLst>
        </pc:graphicFrameChg>
        <pc:graphicFrameChg chg="add mod">
          <ac:chgData name="DANIEL ALBERTO PEREZ MORERA" userId="b71f61fa-2a10-40af-a76c-06b5b43d475d" providerId="ADAL" clId="{CCE38196-6549-48A5-B8F0-4FE1DF2DB2E5}" dt="2026-07-16T05:47:18.104" v="1200" actId="1076"/>
          <ac:graphicFrameMkLst>
            <pc:docMk/>
            <pc:sldMk cId="1740098146" sldId="272"/>
            <ac:graphicFrameMk id="5" creationId="{72B4AF32-B85D-2C6E-FA44-E947A8D7D0F6}"/>
          </ac:graphicFrameMkLst>
        </pc:graphicFrameChg>
      </pc:sldChg>
      <pc:sldChg chg="del">
        <pc:chgData name="DANIEL ALBERTO PEREZ MORERA" userId="b71f61fa-2a10-40af-a76c-06b5b43d475d" providerId="ADAL" clId="{CCE38196-6549-48A5-B8F0-4FE1DF2DB2E5}" dt="2026-07-16T05:47:41.754" v="1202" actId="47"/>
        <pc:sldMkLst>
          <pc:docMk/>
          <pc:sldMk cId="2474678990" sldId="273"/>
        </pc:sldMkLst>
      </pc:sldChg>
      <pc:sldChg chg="addSp delSp modSp del mod">
        <pc:chgData name="DANIEL ALBERTO PEREZ MORERA" userId="b71f61fa-2a10-40af-a76c-06b5b43d475d" providerId="ADAL" clId="{CCE38196-6549-48A5-B8F0-4FE1DF2DB2E5}" dt="2026-07-16T05:47:21.534" v="1201" actId="47"/>
        <pc:sldMkLst>
          <pc:docMk/>
          <pc:sldMk cId="1211649159" sldId="274"/>
        </pc:sldMkLst>
        <pc:spChg chg="del mod">
          <ac:chgData name="DANIEL ALBERTO PEREZ MORERA" userId="b71f61fa-2a10-40af-a76c-06b5b43d475d" providerId="ADAL" clId="{CCE38196-6549-48A5-B8F0-4FE1DF2DB2E5}" dt="2026-07-16T05:46:33.060" v="1191" actId="21"/>
          <ac:spMkLst>
            <pc:docMk/>
            <pc:sldMk cId="1211649159" sldId="274"/>
            <ac:spMk id="2" creationId="{AA137265-62B2-7A28-FA50-26FC1DA27FC0}"/>
          </ac:spMkLst>
        </pc:spChg>
        <pc:spChg chg="add mod">
          <ac:chgData name="DANIEL ALBERTO PEREZ MORERA" userId="b71f61fa-2a10-40af-a76c-06b5b43d475d" providerId="ADAL" clId="{CCE38196-6549-48A5-B8F0-4FE1DF2DB2E5}" dt="2026-07-16T05:46:33.060" v="1191" actId="21"/>
          <ac:spMkLst>
            <pc:docMk/>
            <pc:sldMk cId="1211649159" sldId="274"/>
            <ac:spMk id="5" creationId="{8C3910C0-CCCD-69C2-3F12-7A7B7D40A8A8}"/>
          </ac:spMkLst>
        </pc:spChg>
        <pc:graphicFrameChg chg="del">
          <ac:chgData name="DANIEL ALBERTO PEREZ MORERA" userId="b71f61fa-2a10-40af-a76c-06b5b43d475d" providerId="ADAL" clId="{CCE38196-6549-48A5-B8F0-4FE1DF2DB2E5}" dt="2026-07-16T05:46:33.060" v="1191" actId="21"/>
          <ac:graphicFrameMkLst>
            <pc:docMk/>
            <pc:sldMk cId="1211649159" sldId="274"/>
            <ac:graphicFrameMk id="4" creationId="{72B4AF32-B85D-2C6E-FA44-E947A8D7D0F6}"/>
          </ac:graphicFrameMkLst>
        </pc:graphicFrameChg>
      </pc:sldChg>
      <pc:sldChg chg="del">
        <pc:chgData name="DANIEL ALBERTO PEREZ MORERA" userId="b71f61fa-2a10-40af-a76c-06b5b43d475d" providerId="ADAL" clId="{CCE38196-6549-48A5-B8F0-4FE1DF2DB2E5}" dt="2026-07-16T05:47:45.887" v="1203" actId="47"/>
        <pc:sldMkLst>
          <pc:docMk/>
          <pc:sldMk cId="1100032990" sldId="276"/>
        </pc:sldMkLst>
      </pc:sldChg>
      <pc:sldChg chg="add del">
        <pc:chgData name="DANIEL ALBERTO PEREZ MORERA" userId="b71f61fa-2a10-40af-a76c-06b5b43d475d" providerId="ADAL" clId="{CCE38196-6549-48A5-B8F0-4FE1DF2DB2E5}" dt="2026-07-16T05:48:22.015" v="1212"/>
        <pc:sldMkLst>
          <pc:docMk/>
          <pc:sldMk cId="1729720767" sldId="276"/>
        </pc:sldMkLst>
      </pc:sldChg>
      <pc:sldChg chg="add">
        <pc:chgData name="DANIEL ALBERTO PEREZ MORERA" userId="b71f61fa-2a10-40af-a76c-06b5b43d475d" providerId="ADAL" clId="{CCE38196-6549-48A5-B8F0-4FE1DF2DB2E5}" dt="2026-07-16T05:48:22.047" v="1213"/>
        <pc:sldMkLst>
          <pc:docMk/>
          <pc:sldMk cId="3290225134" sldId="276"/>
        </pc:sldMkLst>
      </pc:sldChg>
      <pc:sldChg chg="addSp delSp modSp add del mod setBg delDesignElem">
        <pc:chgData name="DANIEL ALBERTO PEREZ MORERA" userId="b71f61fa-2a10-40af-a76c-06b5b43d475d" providerId="ADAL" clId="{CCE38196-6549-48A5-B8F0-4FE1DF2DB2E5}" dt="2026-07-16T05:50:38.416" v="1238" actId="26606"/>
        <pc:sldMkLst>
          <pc:docMk/>
          <pc:sldMk cId="3537006609" sldId="277"/>
        </pc:sldMkLst>
        <pc:spChg chg="del">
          <ac:chgData name="DANIEL ALBERTO PEREZ MORERA" userId="b71f61fa-2a10-40af-a76c-06b5b43d475d" providerId="ADAL" clId="{CCE38196-6549-48A5-B8F0-4FE1DF2DB2E5}" dt="2026-07-16T05:48:49.064" v="1217" actId="478"/>
          <ac:spMkLst>
            <pc:docMk/>
            <pc:sldMk cId="3537006609" sldId="277"/>
            <ac:spMk id="2" creationId="{35945713-5B84-A611-FBF4-6F34417F3A08}"/>
          </ac:spMkLst>
        </pc:spChg>
        <pc:spChg chg="del">
          <ac:chgData name="DANIEL ALBERTO PEREZ MORERA" userId="b71f61fa-2a10-40af-a76c-06b5b43d475d" providerId="ADAL" clId="{CCE38196-6549-48A5-B8F0-4FE1DF2DB2E5}" dt="2026-07-16T05:48:41.937" v="1215" actId="478"/>
          <ac:spMkLst>
            <pc:docMk/>
            <pc:sldMk cId="3537006609" sldId="277"/>
            <ac:spMk id="3" creationId="{BCF177CF-93D3-1D9C-3AE9-EDF7BC4F8ADE}"/>
          </ac:spMkLst>
        </pc:spChg>
        <pc:spChg chg="add del mod">
          <ac:chgData name="DANIEL ALBERTO PEREZ MORERA" userId="b71f61fa-2a10-40af-a76c-06b5b43d475d" providerId="ADAL" clId="{CCE38196-6549-48A5-B8F0-4FE1DF2DB2E5}" dt="2026-07-16T05:48:44.523" v="1216" actId="478"/>
          <ac:spMkLst>
            <pc:docMk/>
            <pc:sldMk cId="3537006609" sldId="277"/>
            <ac:spMk id="6" creationId="{5FAB712A-A4B4-19C3-DF90-AF56437FAF26}"/>
          </ac:spMkLst>
        </pc:spChg>
        <pc:spChg chg="add del mod">
          <ac:chgData name="DANIEL ALBERTO PEREZ MORERA" userId="b71f61fa-2a10-40af-a76c-06b5b43d475d" providerId="ADAL" clId="{CCE38196-6549-48A5-B8F0-4FE1DF2DB2E5}" dt="2026-07-16T05:48:51.467" v="1218" actId="478"/>
          <ac:spMkLst>
            <pc:docMk/>
            <pc:sldMk cId="3537006609" sldId="277"/>
            <ac:spMk id="8" creationId="{537FF520-21B6-E1C6-A33B-CDCF6A0B9E4F}"/>
          </ac:spMkLst>
        </pc:spChg>
        <pc:spChg chg="add del">
          <ac:chgData name="DANIEL ALBERTO PEREZ MORERA" userId="b71f61fa-2a10-40af-a76c-06b5b43d475d" providerId="ADAL" clId="{CCE38196-6549-48A5-B8F0-4FE1DF2DB2E5}" dt="2026-07-16T05:49:12.306" v="1224" actId="26606"/>
          <ac:spMkLst>
            <pc:docMk/>
            <pc:sldMk cId="3537006609" sldId="277"/>
            <ac:spMk id="17" creationId="{0AB6E427-3F73-4C06-A5D5-AE52C3883B50}"/>
          </ac:spMkLst>
        </pc:spChg>
        <pc:spChg chg="add del">
          <ac:chgData name="DANIEL ALBERTO PEREZ MORERA" userId="b71f61fa-2a10-40af-a76c-06b5b43d475d" providerId="ADAL" clId="{CCE38196-6549-48A5-B8F0-4FE1DF2DB2E5}" dt="2026-07-16T05:49:12.306" v="1224" actId="26606"/>
          <ac:spMkLst>
            <pc:docMk/>
            <pc:sldMk cId="3537006609" sldId="277"/>
            <ac:spMk id="19" creationId="{D8C9BDAA-0390-4B39-9B5C-BC95E5120DA4}"/>
          </ac:spMkLst>
        </pc:spChg>
        <pc:spChg chg="add del">
          <ac:chgData name="DANIEL ALBERTO PEREZ MORERA" userId="b71f61fa-2a10-40af-a76c-06b5b43d475d" providerId="ADAL" clId="{CCE38196-6549-48A5-B8F0-4FE1DF2DB2E5}" dt="2026-07-16T05:49:12.306" v="1224" actId="26606"/>
          <ac:spMkLst>
            <pc:docMk/>
            <pc:sldMk cId="3537006609" sldId="277"/>
            <ac:spMk id="21" creationId="{F9DB1FE5-9D46-433B-99D1-2F1B8DC79855}"/>
          </ac:spMkLst>
        </pc:spChg>
        <pc:spChg chg="add del">
          <ac:chgData name="DANIEL ALBERTO PEREZ MORERA" userId="b71f61fa-2a10-40af-a76c-06b5b43d475d" providerId="ADAL" clId="{CCE38196-6549-48A5-B8F0-4FE1DF2DB2E5}" dt="2026-07-16T05:50:38.416" v="1238" actId="26606"/>
          <ac:spMkLst>
            <pc:docMk/>
            <pc:sldMk cId="3537006609" sldId="277"/>
            <ac:spMk id="26" creationId="{6E14809C-AB06-455C-9E09-733EC00DDEBC}"/>
          </ac:spMkLst>
        </pc:spChg>
        <pc:spChg chg="add del">
          <ac:chgData name="DANIEL ALBERTO PEREZ MORERA" userId="b71f61fa-2a10-40af-a76c-06b5b43d475d" providerId="ADAL" clId="{CCE38196-6549-48A5-B8F0-4FE1DF2DB2E5}" dt="2026-07-16T05:50:38.416" v="1238" actId="26606"/>
          <ac:spMkLst>
            <pc:docMk/>
            <pc:sldMk cId="3537006609" sldId="277"/>
            <ac:spMk id="28" creationId="{F9612D73-1056-4289-A977-92C9190C7AEF}"/>
          </ac:spMkLst>
        </pc:spChg>
        <pc:spChg chg="add del">
          <ac:chgData name="DANIEL ALBERTO PEREZ MORERA" userId="b71f61fa-2a10-40af-a76c-06b5b43d475d" providerId="ADAL" clId="{CCE38196-6549-48A5-B8F0-4FE1DF2DB2E5}" dt="2026-07-16T05:50:38.416" v="1238" actId="26606"/>
          <ac:spMkLst>
            <pc:docMk/>
            <pc:sldMk cId="3537006609" sldId="277"/>
            <ac:spMk id="30" creationId="{B0EF5484-1F18-43F6-B596-CFD1939E06D0}"/>
          </ac:spMkLst>
        </pc:spChg>
        <pc:spChg chg="add del">
          <ac:chgData name="DANIEL ALBERTO PEREZ MORERA" userId="b71f61fa-2a10-40af-a76c-06b5b43d475d" providerId="ADAL" clId="{CCE38196-6549-48A5-B8F0-4FE1DF2DB2E5}" dt="2026-07-16T05:50:38.416" v="1238" actId="26606"/>
          <ac:spMkLst>
            <pc:docMk/>
            <pc:sldMk cId="3537006609" sldId="277"/>
            <ac:spMk id="32" creationId="{10F3B4B1-0E5F-4E0B-ADF8-202569066472}"/>
          </ac:spMkLst>
        </pc:spChg>
        <pc:spChg chg="add del">
          <ac:chgData name="DANIEL ALBERTO PEREZ MORERA" userId="b71f61fa-2a10-40af-a76c-06b5b43d475d" providerId="ADAL" clId="{CCE38196-6549-48A5-B8F0-4FE1DF2DB2E5}" dt="2026-07-16T05:50:38.416" v="1238" actId="26606"/>
          <ac:spMkLst>
            <pc:docMk/>
            <pc:sldMk cId="3537006609" sldId="277"/>
            <ac:spMk id="34" creationId="{103907F0-0940-4D45-AAD0-448D191C8FB6}"/>
          </ac:spMkLst>
        </pc:spChg>
        <pc:spChg chg="add del">
          <ac:chgData name="DANIEL ALBERTO PEREZ MORERA" userId="b71f61fa-2a10-40af-a76c-06b5b43d475d" providerId="ADAL" clId="{CCE38196-6549-48A5-B8F0-4FE1DF2DB2E5}" dt="2026-07-16T05:50:20.042" v="1235" actId="26606"/>
          <ac:spMkLst>
            <pc:docMk/>
            <pc:sldMk cId="3537006609" sldId="277"/>
            <ac:spMk id="39" creationId="{42A4FC2C-047E-45A5-965D-8E1E3BF09BC6}"/>
          </ac:spMkLst>
        </pc:spChg>
        <pc:spChg chg="add">
          <ac:chgData name="DANIEL ALBERTO PEREZ MORERA" userId="b71f61fa-2a10-40af-a76c-06b5b43d475d" providerId="ADAL" clId="{CCE38196-6549-48A5-B8F0-4FE1DF2DB2E5}" dt="2026-07-16T05:50:38.416" v="1238" actId="26606"/>
          <ac:spMkLst>
            <pc:docMk/>
            <pc:sldMk cId="3537006609" sldId="277"/>
            <ac:spMk id="44" creationId="{7F23EF37-19EC-4973-A7AF-4BBF68646D7D}"/>
          </ac:spMkLst>
        </pc:spChg>
        <pc:picChg chg="mod ord">
          <ac:chgData name="DANIEL ALBERTO PEREZ MORERA" userId="b71f61fa-2a10-40af-a76c-06b5b43d475d" providerId="ADAL" clId="{CCE38196-6549-48A5-B8F0-4FE1DF2DB2E5}" dt="2026-07-16T05:50:38.416" v="1238" actId="26606"/>
          <ac:picMkLst>
            <pc:docMk/>
            <pc:sldMk cId="3537006609" sldId="277"/>
            <ac:picMk id="5" creationId="{B3613B43-3E56-F49E-E792-D383C67A5452}"/>
          </ac:picMkLst>
        </pc:picChg>
        <pc:picChg chg="add mod ord">
          <ac:chgData name="DANIEL ALBERTO PEREZ MORERA" userId="b71f61fa-2a10-40af-a76c-06b5b43d475d" providerId="ADAL" clId="{CCE38196-6549-48A5-B8F0-4FE1DF2DB2E5}" dt="2026-07-16T05:50:38.416" v="1238" actId="26606"/>
          <ac:picMkLst>
            <pc:docMk/>
            <pc:sldMk cId="3537006609" sldId="277"/>
            <ac:picMk id="10" creationId="{3970F08A-B479-09E4-3A47-F8A2F26AF16E}"/>
          </ac:picMkLst>
        </pc:picChg>
        <pc:picChg chg="add mod">
          <ac:chgData name="DANIEL ALBERTO PEREZ MORERA" userId="b71f61fa-2a10-40af-a76c-06b5b43d475d" providerId="ADAL" clId="{CCE38196-6549-48A5-B8F0-4FE1DF2DB2E5}" dt="2026-07-16T05:50:38.416" v="1238" actId="26606"/>
          <ac:picMkLst>
            <pc:docMk/>
            <pc:sldMk cId="3537006609" sldId="277"/>
            <ac:picMk id="12" creationId="{BB13DAD1-29C8-656A-8E2D-EEC8270512D1}"/>
          </ac:picMkLst>
        </pc:picChg>
        <pc:cxnChg chg="add del">
          <ac:chgData name="DANIEL ALBERTO PEREZ MORERA" userId="b71f61fa-2a10-40af-a76c-06b5b43d475d" providerId="ADAL" clId="{CCE38196-6549-48A5-B8F0-4FE1DF2DB2E5}" dt="2026-07-16T05:50:38.412" v="1237" actId="26606"/>
          <ac:cxnSpMkLst>
            <pc:docMk/>
            <pc:sldMk cId="3537006609" sldId="277"/>
            <ac:cxnSpMk id="41" creationId="{2D631E40-F51C-4828-B23B-DF903513296E}"/>
          </ac:cxnSpMkLst>
        </pc:cxnChg>
        <pc:cxnChg chg="add del">
          <ac:chgData name="DANIEL ALBERTO PEREZ MORERA" userId="b71f61fa-2a10-40af-a76c-06b5b43d475d" providerId="ADAL" clId="{CCE38196-6549-48A5-B8F0-4FE1DF2DB2E5}" dt="2026-07-16T05:50:38.412" v="1237" actId="26606"/>
          <ac:cxnSpMkLst>
            <pc:docMk/>
            <pc:sldMk cId="3537006609" sldId="277"/>
            <ac:cxnSpMk id="42" creationId="{D4BDCD00-BA97-40D8-93CD-0A9CA931BE17}"/>
          </ac:cxnSpMkLst>
        </pc:cxnChg>
      </pc:sldChg>
      <pc:sldChg chg="addSp delSp modSp add del mod setBg delDesignElem">
        <pc:chgData name="DANIEL ALBERTO PEREZ MORERA" userId="b71f61fa-2a10-40af-a76c-06b5b43d475d" providerId="ADAL" clId="{CCE38196-6549-48A5-B8F0-4FE1DF2DB2E5}" dt="2026-07-16T05:49:38.372" v="1230" actId="47"/>
        <pc:sldMkLst>
          <pc:docMk/>
          <pc:sldMk cId="296176996" sldId="278"/>
        </pc:sldMkLst>
        <pc:spChg chg="del">
          <ac:chgData name="DANIEL ALBERTO PEREZ MORERA" userId="b71f61fa-2a10-40af-a76c-06b5b43d475d" providerId="ADAL" clId="{CCE38196-6549-48A5-B8F0-4FE1DF2DB2E5}" dt="2026-07-16T05:49:04.144" v="1221" actId="478"/>
          <ac:spMkLst>
            <pc:docMk/>
            <pc:sldMk cId="296176996" sldId="278"/>
            <ac:spMk id="2" creationId="{2F2BF212-23E8-5DBF-C149-DBE4683FB101}"/>
          </ac:spMkLst>
        </pc:spChg>
        <pc:spChg chg="del">
          <ac:chgData name="DANIEL ALBERTO PEREZ MORERA" userId="b71f61fa-2a10-40af-a76c-06b5b43d475d" providerId="ADAL" clId="{CCE38196-6549-48A5-B8F0-4FE1DF2DB2E5}" dt="2026-07-16T05:48:55.986" v="1219" actId="478"/>
          <ac:spMkLst>
            <pc:docMk/>
            <pc:sldMk cId="296176996" sldId="278"/>
            <ac:spMk id="3" creationId="{E73FADEB-277E-A448-7D51-39B70F794760}"/>
          </ac:spMkLst>
        </pc:spChg>
        <pc:spChg chg="add del mod">
          <ac:chgData name="DANIEL ALBERTO PEREZ MORERA" userId="b71f61fa-2a10-40af-a76c-06b5b43d475d" providerId="ADAL" clId="{CCE38196-6549-48A5-B8F0-4FE1DF2DB2E5}" dt="2026-07-16T05:49:00.480" v="1220" actId="478"/>
          <ac:spMkLst>
            <pc:docMk/>
            <pc:sldMk cId="296176996" sldId="278"/>
            <ac:spMk id="5" creationId="{F1AE6B4F-386F-F1B3-D063-15881299FF65}"/>
          </ac:spMkLst>
        </pc:spChg>
        <pc:spChg chg="add mod">
          <ac:chgData name="DANIEL ALBERTO PEREZ MORERA" userId="b71f61fa-2a10-40af-a76c-06b5b43d475d" providerId="ADAL" clId="{CCE38196-6549-48A5-B8F0-4FE1DF2DB2E5}" dt="2026-07-16T05:49:04.144" v="1221" actId="478"/>
          <ac:spMkLst>
            <pc:docMk/>
            <pc:sldMk cId="296176996" sldId="278"/>
            <ac:spMk id="8" creationId="{A5B1C0E7-917E-5DD3-6864-94775D19A1CA}"/>
          </ac:spMkLst>
        </pc:spChg>
        <pc:spChg chg="add del">
          <ac:chgData name="DANIEL ALBERTO PEREZ MORERA" userId="b71f61fa-2a10-40af-a76c-06b5b43d475d" providerId="ADAL" clId="{CCE38196-6549-48A5-B8F0-4FE1DF2DB2E5}" dt="2026-07-16T05:48:22.015" v="1212"/>
          <ac:spMkLst>
            <pc:docMk/>
            <pc:sldMk cId="296176996" sldId="278"/>
            <ac:spMk id="17" creationId="{4994947E-A418-891F-19A2-34BE5587B8F8}"/>
          </ac:spMkLst>
        </pc:spChg>
        <pc:spChg chg="add del">
          <ac:chgData name="DANIEL ALBERTO PEREZ MORERA" userId="b71f61fa-2a10-40af-a76c-06b5b43d475d" providerId="ADAL" clId="{CCE38196-6549-48A5-B8F0-4FE1DF2DB2E5}" dt="2026-07-16T05:48:22.015" v="1212"/>
          <ac:spMkLst>
            <pc:docMk/>
            <pc:sldMk cId="296176996" sldId="278"/>
            <ac:spMk id="19" creationId="{B13CBF34-088C-1129-4924-A500877A4316}"/>
          </ac:spMkLst>
        </pc:spChg>
        <pc:spChg chg="add del">
          <ac:chgData name="DANIEL ALBERTO PEREZ MORERA" userId="b71f61fa-2a10-40af-a76c-06b5b43d475d" providerId="ADAL" clId="{CCE38196-6549-48A5-B8F0-4FE1DF2DB2E5}" dt="2026-07-16T05:48:22.015" v="1212"/>
          <ac:spMkLst>
            <pc:docMk/>
            <pc:sldMk cId="296176996" sldId="278"/>
            <ac:spMk id="21" creationId="{113A292C-E164-220A-8939-B4D04823EC9B}"/>
          </ac:spMkLst>
        </pc:spChg>
        <pc:picChg chg="del">
          <ac:chgData name="DANIEL ALBERTO PEREZ MORERA" userId="b71f61fa-2a10-40af-a76c-06b5b43d475d" providerId="ADAL" clId="{CCE38196-6549-48A5-B8F0-4FE1DF2DB2E5}" dt="2026-07-16T05:49:05.783" v="1222" actId="21"/>
          <ac:picMkLst>
            <pc:docMk/>
            <pc:sldMk cId="296176996" sldId="278"/>
            <ac:picMk id="6" creationId="{DD52BA90-02D6-FEE6-3D00-115B2A31435E}"/>
          </ac:picMkLst>
        </pc:picChg>
      </pc:sldChg>
      <pc:sldChg chg="addSp delSp add del mod setBg delDesignElem">
        <pc:chgData name="DANIEL ALBERTO PEREZ MORERA" userId="b71f61fa-2a10-40af-a76c-06b5b43d475d" providerId="ADAL" clId="{CCE38196-6549-48A5-B8F0-4FE1DF2DB2E5}" dt="2026-07-16T05:50:50.436" v="1239" actId="47"/>
        <pc:sldMkLst>
          <pc:docMk/>
          <pc:sldMk cId="3595318667" sldId="279"/>
        </pc:sldMkLst>
        <pc:spChg chg="add del">
          <ac:chgData name="DANIEL ALBERTO PEREZ MORERA" userId="b71f61fa-2a10-40af-a76c-06b5b43d475d" providerId="ADAL" clId="{CCE38196-6549-48A5-B8F0-4FE1DF2DB2E5}" dt="2026-07-16T05:48:22.015" v="1212"/>
          <ac:spMkLst>
            <pc:docMk/>
            <pc:sldMk cId="3595318667" sldId="279"/>
            <ac:spMk id="17" creationId="{B8981A4F-FCAC-9AC0-C1B3-83B642D1646C}"/>
          </ac:spMkLst>
        </pc:spChg>
        <pc:spChg chg="add del">
          <ac:chgData name="DANIEL ALBERTO PEREZ MORERA" userId="b71f61fa-2a10-40af-a76c-06b5b43d475d" providerId="ADAL" clId="{CCE38196-6549-48A5-B8F0-4FE1DF2DB2E5}" dt="2026-07-16T05:48:22.015" v="1212"/>
          <ac:spMkLst>
            <pc:docMk/>
            <pc:sldMk cId="3595318667" sldId="279"/>
            <ac:spMk id="19" creationId="{DCCDF96E-D833-8450-600F-1C1268864B74}"/>
          </ac:spMkLst>
        </pc:spChg>
        <pc:spChg chg="add del">
          <ac:chgData name="DANIEL ALBERTO PEREZ MORERA" userId="b71f61fa-2a10-40af-a76c-06b5b43d475d" providerId="ADAL" clId="{CCE38196-6549-48A5-B8F0-4FE1DF2DB2E5}" dt="2026-07-16T05:48:22.015" v="1212"/>
          <ac:spMkLst>
            <pc:docMk/>
            <pc:sldMk cId="3595318667" sldId="279"/>
            <ac:spMk id="21" creationId="{2ABED5DB-415C-2842-0056-F623374E4606}"/>
          </ac:spMkLst>
        </pc:spChg>
        <pc:picChg chg="del">
          <ac:chgData name="DANIEL ALBERTO PEREZ MORERA" userId="b71f61fa-2a10-40af-a76c-06b5b43d475d" providerId="ADAL" clId="{CCE38196-6549-48A5-B8F0-4FE1DF2DB2E5}" dt="2026-07-16T05:49:49.993" v="1232" actId="21"/>
          <ac:picMkLst>
            <pc:docMk/>
            <pc:sldMk cId="3595318667" sldId="279"/>
            <ac:picMk id="8" creationId="{D1810C1A-A36C-059C-E8FC-A5423CFD5FC1}"/>
          </ac:picMkLst>
        </pc:picChg>
      </pc:sldChg>
      <pc:sldChg chg="addSp delSp add del setBg delDesignElem">
        <pc:chgData name="DANIEL ALBERTO PEREZ MORERA" userId="b71f61fa-2a10-40af-a76c-06b5b43d475d" providerId="ADAL" clId="{CCE38196-6549-48A5-B8F0-4FE1DF2DB2E5}" dt="2026-07-16T05:53:47.799" v="1276"/>
        <pc:sldMkLst>
          <pc:docMk/>
          <pc:sldMk cId="966744946" sldId="280"/>
        </pc:sldMkLst>
        <pc:spChg chg="add del">
          <ac:chgData name="DANIEL ALBERTO PEREZ MORERA" userId="b71f61fa-2a10-40af-a76c-06b5b43d475d" providerId="ADAL" clId="{CCE38196-6549-48A5-B8F0-4FE1DF2DB2E5}" dt="2026-07-16T05:48:22.015" v="1212"/>
          <ac:spMkLst>
            <pc:docMk/>
            <pc:sldMk cId="966744946" sldId="280"/>
            <ac:spMk id="8" creationId="{751D855C-6529-2522-D7EC-36962B79BC01}"/>
          </ac:spMkLst>
        </pc:spChg>
        <pc:spChg chg="add del">
          <ac:chgData name="DANIEL ALBERTO PEREZ MORERA" userId="b71f61fa-2a10-40af-a76c-06b5b43d475d" providerId="ADAL" clId="{CCE38196-6549-48A5-B8F0-4FE1DF2DB2E5}" dt="2026-07-16T05:48:22.015" v="1212"/>
          <ac:spMkLst>
            <pc:docMk/>
            <pc:sldMk cId="966744946" sldId="280"/>
            <ac:spMk id="10" creationId="{6F566281-6CE7-5C34-D3E6-BABD1F57389E}"/>
          </ac:spMkLst>
        </pc:spChg>
        <pc:spChg chg="add del">
          <ac:chgData name="DANIEL ALBERTO PEREZ MORERA" userId="b71f61fa-2a10-40af-a76c-06b5b43d475d" providerId="ADAL" clId="{CCE38196-6549-48A5-B8F0-4FE1DF2DB2E5}" dt="2026-07-16T05:48:22.015" v="1212"/>
          <ac:spMkLst>
            <pc:docMk/>
            <pc:sldMk cId="966744946" sldId="280"/>
            <ac:spMk id="12" creationId="{9A1B6F0B-13BB-D325-184D-3A72F96C1E8B}"/>
          </ac:spMkLst>
        </pc:spChg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966744946" sldId="280"/>
            <ac:spMk id="17" creationId="{F64BBAA4-C62B-4146-B49F-FE4CC4655EE0}"/>
          </ac:spMkLst>
        </pc:spChg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966744946" sldId="280"/>
            <ac:spMk id="19" creationId="{77C34054-98F8-4229-885E-04C525969C5E}"/>
          </ac:spMkLst>
        </pc:spChg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966744946" sldId="280"/>
            <ac:spMk id="21" creationId="{22AAB964-B835-4B93-A1F3-4A30D1F38589}"/>
          </ac:spMkLst>
        </pc:spChg>
      </pc:sldChg>
      <pc:sldChg chg="addSp delSp modSp add del mod setBg delDesignElem">
        <pc:chgData name="DANIEL ALBERTO PEREZ MORERA" userId="b71f61fa-2a10-40af-a76c-06b5b43d475d" providerId="ADAL" clId="{CCE38196-6549-48A5-B8F0-4FE1DF2DB2E5}" dt="2026-07-16T05:52:03.966" v="1252" actId="26606"/>
        <pc:sldMkLst>
          <pc:docMk/>
          <pc:sldMk cId="866859736" sldId="281"/>
        </pc:sldMkLst>
        <pc:spChg chg="del">
          <ac:chgData name="DANIEL ALBERTO PEREZ MORERA" userId="b71f61fa-2a10-40af-a76c-06b5b43d475d" providerId="ADAL" clId="{CCE38196-6549-48A5-B8F0-4FE1DF2DB2E5}" dt="2026-07-16T05:51:00.793" v="1242" actId="478"/>
          <ac:spMkLst>
            <pc:docMk/>
            <pc:sldMk cId="866859736" sldId="281"/>
            <ac:spMk id="2" creationId="{B3A08DE6-E84B-6B0C-1701-10F33DD11286}"/>
          </ac:spMkLst>
        </pc:spChg>
        <pc:spChg chg="del">
          <ac:chgData name="DANIEL ALBERTO PEREZ MORERA" userId="b71f61fa-2a10-40af-a76c-06b5b43d475d" providerId="ADAL" clId="{CCE38196-6549-48A5-B8F0-4FE1DF2DB2E5}" dt="2026-07-16T05:50:56.503" v="1240" actId="478"/>
          <ac:spMkLst>
            <pc:docMk/>
            <pc:sldMk cId="866859736" sldId="281"/>
            <ac:spMk id="3" creationId="{5C0C6609-2B2E-EC45-43E7-C686F06B9FD7}"/>
          </ac:spMkLst>
        </pc:spChg>
        <pc:spChg chg="add del mod">
          <ac:chgData name="DANIEL ALBERTO PEREZ MORERA" userId="b71f61fa-2a10-40af-a76c-06b5b43d475d" providerId="ADAL" clId="{CCE38196-6549-48A5-B8F0-4FE1DF2DB2E5}" dt="2026-07-16T05:50:59.021" v="1241" actId="478"/>
          <ac:spMkLst>
            <pc:docMk/>
            <pc:sldMk cId="866859736" sldId="281"/>
            <ac:spMk id="5" creationId="{7FC57CD3-6114-4DA7-BAA7-3111E4C4FE96}"/>
          </ac:spMkLst>
        </pc:spChg>
        <pc:spChg chg="add del mod">
          <ac:chgData name="DANIEL ALBERTO PEREZ MORERA" userId="b71f61fa-2a10-40af-a76c-06b5b43d475d" providerId="ADAL" clId="{CCE38196-6549-48A5-B8F0-4FE1DF2DB2E5}" dt="2026-07-16T05:51:06.317" v="1243" actId="478"/>
          <ac:spMkLst>
            <pc:docMk/>
            <pc:sldMk cId="866859736" sldId="281"/>
            <ac:spMk id="8" creationId="{E38611B6-7DFD-45F9-7860-CA05F54875B0}"/>
          </ac:spMkLst>
        </pc:spChg>
        <pc:spChg chg="add del">
          <ac:chgData name="DANIEL ALBERTO PEREZ MORERA" userId="b71f61fa-2a10-40af-a76c-06b5b43d475d" providerId="ADAL" clId="{CCE38196-6549-48A5-B8F0-4FE1DF2DB2E5}" dt="2026-07-16T05:52:03.966" v="1252" actId="26606"/>
          <ac:spMkLst>
            <pc:docMk/>
            <pc:sldMk cId="866859736" sldId="281"/>
            <ac:spMk id="17" creationId="{012F42B0-A6A4-A669-77B3-FCEDE3C9E52E}"/>
          </ac:spMkLst>
        </pc:spChg>
        <pc:spChg chg="add del">
          <ac:chgData name="DANIEL ALBERTO PEREZ MORERA" userId="b71f61fa-2a10-40af-a76c-06b5b43d475d" providerId="ADAL" clId="{CCE38196-6549-48A5-B8F0-4FE1DF2DB2E5}" dt="2026-07-16T05:52:03.966" v="1252" actId="26606"/>
          <ac:spMkLst>
            <pc:docMk/>
            <pc:sldMk cId="866859736" sldId="281"/>
            <ac:spMk id="19" creationId="{64225D45-2A82-8F7F-0394-3AADA6C03BEC}"/>
          </ac:spMkLst>
        </pc:spChg>
        <pc:spChg chg="add del">
          <ac:chgData name="DANIEL ALBERTO PEREZ MORERA" userId="b71f61fa-2a10-40af-a76c-06b5b43d475d" providerId="ADAL" clId="{CCE38196-6549-48A5-B8F0-4FE1DF2DB2E5}" dt="2026-07-16T05:52:03.966" v="1252" actId="26606"/>
          <ac:spMkLst>
            <pc:docMk/>
            <pc:sldMk cId="866859736" sldId="281"/>
            <ac:spMk id="21" creationId="{9C260C01-CA89-A746-BBD2-17EBC7857AF3}"/>
          </ac:spMkLst>
        </pc:spChg>
        <pc:spChg chg="add">
          <ac:chgData name="DANIEL ALBERTO PEREZ MORERA" userId="b71f61fa-2a10-40af-a76c-06b5b43d475d" providerId="ADAL" clId="{CCE38196-6549-48A5-B8F0-4FE1DF2DB2E5}" dt="2026-07-16T05:52:03.966" v="1252" actId="26606"/>
          <ac:spMkLst>
            <pc:docMk/>
            <pc:sldMk cId="866859736" sldId="281"/>
            <ac:spMk id="26" creationId="{6E14809C-AB06-455C-9E09-733EC00DDEBC}"/>
          </ac:spMkLst>
        </pc:spChg>
        <pc:spChg chg="add">
          <ac:chgData name="DANIEL ALBERTO PEREZ MORERA" userId="b71f61fa-2a10-40af-a76c-06b5b43d475d" providerId="ADAL" clId="{CCE38196-6549-48A5-B8F0-4FE1DF2DB2E5}" dt="2026-07-16T05:52:03.966" v="1252" actId="26606"/>
          <ac:spMkLst>
            <pc:docMk/>
            <pc:sldMk cId="866859736" sldId="281"/>
            <ac:spMk id="28" creationId="{F9612D73-1056-4289-A977-92C9190C7AEF}"/>
          </ac:spMkLst>
        </pc:spChg>
        <pc:spChg chg="add">
          <ac:chgData name="DANIEL ALBERTO PEREZ MORERA" userId="b71f61fa-2a10-40af-a76c-06b5b43d475d" providerId="ADAL" clId="{CCE38196-6549-48A5-B8F0-4FE1DF2DB2E5}" dt="2026-07-16T05:52:03.966" v="1252" actId="26606"/>
          <ac:spMkLst>
            <pc:docMk/>
            <pc:sldMk cId="866859736" sldId="281"/>
            <ac:spMk id="30" creationId="{44C5A9E5-0F35-4AA6-AF26-B90A2D47BC43}"/>
          </ac:spMkLst>
        </pc:spChg>
        <pc:spChg chg="add">
          <ac:chgData name="DANIEL ALBERTO PEREZ MORERA" userId="b71f61fa-2a10-40af-a76c-06b5b43d475d" providerId="ADAL" clId="{CCE38196-6549-48A5-B8F0-4FE1DF2DB2E5}" dt="2026-07-16T05:52:03.966" v="1252" actId="26606"/>
          <ac:spMkLst>
            <pc:docMk/>
            <pc:sldMk cId="866859736" sldId="281"/>
            <ac:spMk id="32" creationId="{4D9DB69D-7E48-4FDF-806E-F0B4BF0053DD}"/>
          </ac:spMkLst>
        </pc:spChg>
        <pc:spChg chg="add">
          <ac:chgData name="DANIEL ALBERTO PEREZ MORERA" userId="b71f61fa-2a10-40af-a76c-06b5b43d475d" providerId="ADAL" clId="{CCE38196-6549-48A5-B8F0-4FE1DF2DB2E5}" dt="2026-07-16T05:52:03.966" v="1252" actId="26606"/>
          <ac:spMkLst>
            <pc:docMk/>
            <pc:sldMk cId="866859736" sldId="281"/>
            <ac:spMk id="34" creationId="{846BF69C-4724-4F8D-8EA6-1487E9C9C4FD}"/>
          </ac:spMkLst>
        </pc:spChg>
        <pc:picChg chg="mod">
          <ac:chgData name="DANIEL ALBERTO PEREZ MORERA" userId="b71f61fa-2a10-40af-a76c-06b5b43d475d" providerId="ADAL" clId="{CCE38196-6549-48A5-B8F0-4FE1DF2DB2E5}" dt="2026-07-16T05:52:03.966" v="1252" actId="26606"/>
          <ac:picMkLst>
            <pc:docMk/>
            <pc:sldMk cId="866859736" sldId="281"/>
            <ac:picMk id="7" creationId="{8B6C317C-160E-683E-DA58-24C40875C4C7}"/>
          </ac:picMkLst>
        </pc:picChg>
        <pc:picChg chg="add mod">
          <ac:chgData name="DANIEL ALBERTO PEREZ MORERA" userId="b71f61fa-2a10-40af-a76c-06b5b43d475d" providerId="ADAL" clId="{CCE38196-6549-48A5-B8F0-4FE1DF2DB2E5}" dt="2026-07-16T05:52:03.966" v="1252" actId="26606"/>
          <ac:picMkLst>
            <pc:docMk/>
            <pc:sldMk cId="866859736" sldId="281"/>
            <ac:picMk id="10" creationId="{EE02202C-3E8A-8ABF-3FEE-5CD7790B11A8}"/>
          </ac:picMkLst>
        </pc:picChg>
      </pc:sldChg>
      <pc:sldChg chg="addSp delSp modSp add del mod setBg delDesignElem">
        <pc:chgData name="DANIEL ALBERTO PEREZ MORERA" userId="b71f61fa-2a10-40af-a76c-06b5b43d475d" providerId="ADAL" clId="{CCE38196-6549-48A5-B8F0-4FE1DF2DB2E5}" dt="2026-07-16T05:51:54.536" v="1251" actId="47"/>
        <pc:sldMkLst>
          <pc:docMk/>
          <pc:sldMk cId="4209304406" sldId="282"/>
        </pc:sldMkLst>
        <pc:spChg chg="del">
          <ac:chgData name="DANIEL ALBERTO PEREZ MORERA" userId="b71f61fa-2a10-40af-a76c-06b5b43d475d" providerId="ADAL" clId="{CCE38196-6549-48A5-B8F0-4FE1DF2DB2E5}" dt="2026-07-16T05:51:15.781" v="1245" actId="478"/>
          <ac:spMkLst>
            <pc:docMk/>
            <pc:sldMk cId="4209304406" sldId="282"/>
            <ac:spMk id="2" creationId="{B6FAAE7E-FA26-1F74-127B-63508CE7E093}"/>
          </ac:spMkLst>
        </pc:spChg>
        <pc:spChg chg="del mod">
          <ac:chgData name="DANIEL ALBERTO PEREZ MORERA" userId="b71f61fa-2a10-40af-a76c-06b5b43d475d" providerId="ADAL" clId="{CCE38196-6549-48A5-B8F0-4FE1DF2DB2E5}" dt="2026-07-16T05:51:15.781" v="1245" actId="478"/>
          <ac:spMkLst>
            <pc:docMk/>
            <pc:sldMk cId="4209304406" sldId="282"/>
            <ac:spMk id="3" creationId="{1A3EDA95-6CF6-7867-D2E4-CD15E1172E07}"/>
          </ac:spMkLst>
        </pc:spChg>
        <pc:spChg chg="add del mod">
          <ac:chgData name="DANIEL ALBERTO PEREZ MORERA" userId="b71f61fa-2a10-40af-a76c-06b5b43d475d" providerId="ADAL" clId="{CCE38196-6549-48A5-B8F0-4FE1DF2DB2E5}" dt="2026-07-16T05:51:23.617" v="1247" actId="478"/>
          <ac:spMkLst>
            <pc:docMk/>
            <pc:sldMk cId="4209304406" sldId="282"/>
            <ac:spMk id="6" creationId="{95B93CAB-3F99-CFA8-EBE7-37BCBC44B237}"/>
          </ac:spMkLst>
        </pc:spChg>
        <pc:spChg chg="add del mod">
          <ac:chgData name="DANIEL ALBERTO PEREZ MORERA" userId="b71f61fa-2a10-40af-a76c-06b5b43d475d" providerId="ADAL" clId="{CCE38196-6549-48A5-B8F0-4FE1DF2DB2E5}" dt="2026-07-16T05:51:21.274" v="1246" actId="478"/>
          <ac:spMkLst>
            <pc:docMk/>
            <pc:sldMk cId="4209304406" sldId="282"/>
            <ac:spMk id="8" creationId="{6DE4271C-B8E9-4AA3-A070-FEABCB5FE3B1}"/>
          </ac:spMkLst>
        </pc:spChg>
        <pc:spChg chg="add del">
          <ac:chgData name="DANIEL ALBERTO PEREZ MORERA" userId="b71f61fa-2a10-40af-a76c-06b5b43d475d" providerId="ADAL" clId="{CCE38196-6549-48A5-B8F0-4FE1DF2DB2E5}" dt="2026-07-16T05:48:22.015" v="1212"/>
          <ac:spMkLst>
            <pc:docMk/>
            <pc:sldMk cId="4209304406" sldId="282"/>
            <ac:spMk id="17" creationId="{5DACA752-C55F-EE67-3ED8-D6E26CB8ECD3}"/>
          </ac:spMkLst>
        </pc:spChg>
        <pc:spChg chg="add del">
          <ac:chgData name="DANIEL ALBERTO PEREZ MORERA" userId="b71f61fa-2a10-40af-a76c-06b5b43d475d" providerId="ADAL" clId="{CCE38196-6549-48A5-B8F0-4FE1DF2DB2E5}" dt="2026-07-16T05:48:22.015" v="1212"/>
          <ac:spMkLst>
            <pc:docMk/>
            <pc:sldMk cId="4209304406" sldId="282"/>
            <ac:spMk id="19" creationId="{1E541527-E3D2-9F59-2857-1EDA07B303F1}"/>
          </ac:spMkLst>
        </pc:spChg>
        <pc:spChg chg="add del">
          <ac:chgData name="DANIEL ALBERTO PEREZ MORERA" userId="b71f61fa-2a10-40af-a76c-06b5b43d475d" providerId="ADAL" clId="{CCE38196-6549-48A5-B8F0-4FE1DF2DB2E5}" dt="2026-07-16T05:48:22.015" v="1212"/>
          <ac:spMkLst>
            <pc:docMk/>
            <pc:sldMk cId="4209304406" sldId="282"/>
            <ac:spMk id="21" creationId="{99533CFD-FFFF-3D99-4877-7F757C4CE474}"/>
          </ac:spMkLst>
        </pc:spChg>
        <pc:picChg chg="del">
          <ac:chgData name="DANIEL ALBERTO PEREZ MORERA" userId="b71f61fa-2a10-40af-a76c-06b5b43d475d" providerId="ADAL" clId="{CCE38196-6549-48A5-B8F0-4FE1DF2DB2E5}" dt="2026-07-16T05:51:25.355" v="1248" actId="21"/>
          <ac:picMkLst>
            <pc:docMk/>
            <pc:sldMk cId="4209304406" sldId="282"/>
            <ac:picMk id="5" creationId="{55DE9A35-63B6-520D-8990-53E0CBA8F01B}"/>
          </ac:picMkLst>
        </pc:picChg>
      </pc:sldChg>
      <pc:sldChg chg="addSp delSp modSp add del mod setBg delDesignElem">
        <pc:chgData name="DANIEL ALBERTO PEREZ MORERA" userId="b71f61fa-2a10-40af-a76c-06b5b43d475d" providerId="ADAL" clId="{CCE38196-6549-48A5-B8F0-4FE1DF2DB2E5}" dt="2026-07-16T05:52:20.698" v="1253" actId="26606"/>
        <pc:sldMkLst>
          <pc:docMk/>
          <pc:sldMk cId="819245608" sldId="283"/>
        </pc:sldMkLst>
        <pc:spChg chg="mod">
          <ac:chgData name="DANIEL ALBERTO PEREZ MORERA" userId="b71f61fa-2a10-40af-a76c-06b5b43d475d" providerId="ADAL" clId="{CCE38196-6549-48A5-B8F0-4FE1DF2DB2E5}" dt="2026-07-16T05:52:20.698" v="1253" actId="26606"/>
          <ac:spMkLst>
            <pc:docMk/>
            <pc:sldMk cId="819245608" sldId="283"/>
            <ac:spMk id="2" creationId="{E355FBA7-7196-B941-A5F9-2C65CB91521C}"/>
          </ac:spMkLst>
        </pc:spChg>
        <pc:spChg chg="mod">
          <ac:chgData name="DANIEL ALBERTO PEREZ MORERA" userId="b71f61fa-2a10-40af-a76c-06b5b43d475d" providerId="ADAL" clId="{CCE38196-6549-48A5-B8F0-4FE1DF2DB2E5}" dt="2026-07-16T05:52:20.698" v="1253" actId="26606"/>
          <ac:spMkLst>
            <pc:docMk/>
            <pc:sldMk cId="819245608" sldId="283"/>
            <ac:spMk id="3" creationId="{52E6333C-A51E-2389-1F2A-2C229A42B392}"/>
          </ac:spMkLst>
        </pc:spChg>
        <pc:spChg chg="add del">
          <ac:chgData name="DANIEL ALBERTO PEREZ MORERA" userId="b71f61fa-2a10-40af-a76c-06b5b43d475d" providerId="ADAL" clId="{CCE38196-6549-48A5-B8F0-4FE1DF2DB2E5}" dt="2026-07-16T05:52:20.698" v="1253" actId="26606"/>
          <ac:spMkLst>
            <pc:docMk/>
            <pc:sldMk cId="819245608" sldId="283"/>
            <ac:spMk id="17" creationId="{7BE55AF3-2842-EDAE-E378-057034C90A27}"/>
          </ac:spMkLst>
        </pc:spChg>
        <pc:spChg chg="add del">
          <ac:chgData name="DANIEL ALBERTO PEREZ MORERA" userId="b71f61fa-2a10-40af-a76c-06b5b43d475d" providerId="ADAL" clId="{CCE38196-6549-48A5-B8F0-4FE1DF2DB2E5}" dt="2026-07-16T05:52:20.698" v="1253" actId="26606"/>
          <ac:spMkLst>
            <pc:docMk/>
            <pc:sldMk cId="819245608" sldId="283"/>
            <ac:spMk id="19" creationId="{F416213D-A0D7-5F23-7126-52F188934BFA}"/>
          </ac:spMkLst>
        </pc:spChg>
        <pc:spChg chg="add del">
          <ac:chgData name="DANIEL ALBERTO PEREZ MORERA" userId="b71f61fa-2a10-40af-a76c-06b5b43d475d" providerId="ADAL" clId="{CCE38196-6549-48A5-B8F0-4FE1DF2DB2E5}" dt="2026-07-16T05:52:20.698" v="1253" actId="26606"/>
          <ac:spMkLst>
            <pc:docMk/>
            <pc:sldMk cId="819245608" sldId="283"/>
            <ac:spMk id="21" creationId="{6D29DFF4-F21E-62B3-0659-ACEFAB2ADDC0}"/>
          </ac:spMkLst>
        </pc:spChg>
        <pc:spChg chg="add">
          <ac:chgData name="DANIEL ALBERTO PEREZ MORERA" userId="b71f61fa-2a10-40af-a76c-06b5b43d475d" providerId="ADAL" clId="{CCE38196-6549-48A5-B8F0-4FE1DF2DB2E5}" dt="2026-07-16T05:52:20.698" v="1253" actId="26606"/>
          <ac:spMkLst>
            <pc:docMk/>
            <pc:sldMk cId="819245608" sldId="283"/>
            <ac:spMk id="26" creationId="{F64BBAA4-C62B-4146-B49F-FE4CC4655EE0}"/>
          </ac:spMkLst>
        </pc:spChg>
        <pc:spChg chg="add">
          <ac:chgData name="DANIEL ALBERTO PEREZ MORERA" userId="b71f61fa-2a10-40af-a76c-06b5b43d475d" providerId="ADAL" clId="{CCE38196-6549-48A5-B8F0-4FE1DF2DB2E5}" dt="2026-07-16T05:52:20.698" v="1253" actId="26606"/>
          <ac:spMkLst>
            <pc:docMk/>
            <pc:sldMk cId="819245608" sldId="283"/>
            <ac:spMk id="28" creationId="{77C34054-98F8-4229-885E-04C525969C5E}"/>
          </ac:spMkLst>
        </pc:spChg>
        <pc:spChg chg="add">
          <ac:chgData name="DANIEL ALBERTO PEREZ MORERA" userId="b71f61fa-2a10-40af-a76c-06b5b43d475d" providerId="ADAL" clId="{CCE38196-6549-48A5-B8F0-4FE1DF2DB2E5}" dt="2026-07-16T05:52:20.698" v="1253" actId="26606"/>
          <ac:spMkLst>
            <pc:docMk/>
            <pc:sldMk cId="819245608" sldId="283"/>
            <ac:spMk id="30" creationId="{22AAB964-B835-4B93-A1F3-4A30D1F38589}"/>
          </ac:spMkLst>
        </pc:spChg>
        <pc:picChg chg="mod">
          <ac:chgData name="DANIEL ALBERTO PEREZ MORERA" userId="b71f61fa-2a10-40af-a76c-06b5b43d475d" providerId="ADAL" clId="{CCE38196-6549-48A5-B8F0-4FE1DF2DB2E5}" dt="2026-07-16T05:52:20.698" v="1253" actId="26606"/>
          <ac:picMkLst>
            <pc:docMk/>
            <pc:sldMk cId="819245608" sldId="283"/>
            <ac:picMk id="6" creationId="{FA1CB6FD-7C86-9667-6009-772EB4009774}"/>
          </ac:picMkLst>
        </pc:picChg>
      </pc:sldChg>
      <pc:sldChg chg="add">
        <pc:chgData name="DANIEL ALBERTO PEREZ MORERA" userId="b71f61fa-2a10-40af-a76c-06b5b43d475d" providerId="ADAL" clId="{CCE38196-6549-48A5-B8F0-4FE1DF2DB2E5}" dt="2026-07-16T05:53:47.799" v="1276"/>
        <pc:sldMkLst>
          <pc:docMk/>
          <pc:sldMk cId="1294625431" sldId="284"/>
        </pc:sldMkLst>
      </pc:sldChg>
      <pc:sldChg chg="add del">
        <pc:chgData name="DANIEL ALBERTO PEREZ MORERA" userId="b71f61fa-2a10-40af-a76c-06b5b43d475d" providerId="ADAL" clId="{CCE38196-6549-48A5-B8F0-4FE1DF2DB2E5}" dt="2026-07-16T05:53:07.846" v="1263"/>
        <pc:sldMkLst>
          <pc:docMk/>
          <pc:sldMk cId="3192254899" sldId="284"/>
        </pc:sldMkLst>
      </pc:sldChg>
      <pc:sldChg chg="add del">
        <pc:chgData name="DANIEL ALBERTO PEREZ MORERA" userId="b71f61fa-2a10-40af-a76c-06b5b43d475d" providerId="ADAL" clId="{CCE38196-6549-48A5-B8F0-4FE1DF2DB2E5}" dt="2026-07-16T05:53:47.773" v="1275"/>
        <pc:sldMkLst>
          <pc:docMk/>
          <pc:sldMk cId="3803497843" sldId="284"/>
        </pc:sldMkLst>
      </pc:sldChg>
      <pc:sldChg chg="add del">
        <pc:chgData name="DANIEL ALBERTO PEREZ MORERA" userId="b71f61fa-2a10-40af-a76c-06b5b43d475d" providerId="ADAL" clId="{CCE38196-6549-48A5-B8F0-4FE1DF2DB2E5}" dt="2026-07-16T05:53:45.716" v="1265"/>
        <pc:sldMkLst>
          <pc:docMk/>
          <pc:sldMk cId="3864982617" sldId="284"/>
        </pc:sldMkLst>
      </pc:sldChg>
      <pc:sldChg chg="addSp delSp add del setBg delDesignElem">
        <pc:chgData name="DANIEL ALBERTO PEREZ MORERA" userId="b71f61fa-2a10-40af-a76c-06b5b43d475d" providerId="ADAL" clId="{CCE38196-6549-48A5-B8F0-4FE1DF2DB2E5}" dt="2026-07-16T05:53:07.846" v="1263"/>
        <pc:sldMkLst>
          <pc:docMk/>
          <pc:sldMk cId="784523678" sldId="285"/>
        </pc:sldMkLst>
        <pc:spChg chg="add del">
          <ac:chgData name="DANIEL ALBERTO PEREZ MORERA" userId="b71f61fa-2a10-40af-a76c-06b5b43d475d" providerId="ADAL" clId="{CCE38196-6549-48A5-B8F0-4FE1DF2DB2E5}" dt="2026-07-16T05:53:07.846" v="1263"/>
          <ac:spMkLst>
            <pc:docMk/>
            <pc:sldMk cId="784523678" sldId="285"/>
            <ac:spMk id="32" creationId="{08CB54FC-0B2A-4107-9A70-958B90B76585}"/>
          </ac:spMkLst>
        </pc:spChg>
        <pc:spChg chg="add del">
          <ac:chgData name="DANIEL ALBERTO PEREZ MORERA" userId="b71f61fa-2a10-40af-a76c-06b5b43d475d" providerId="ADAL" clId="{CCE38196-6549-48A5-B8F0-4FE1DF2DB2E5}" dt="2026-07-16T05:53:07.846" v="1263"/>
          <ac:spMkLst>
            <pc:docMk/>
            <pc:sldMk cId="784523678" sldId="285"/>
            <ac:spMk id="36" creationId="{6587DBF8-5C50-4034-8B79-FE54A01A8E15}"/>
          </ac:spMkLst>
        </pc:spChg>
        <pc:spChg chg="add del">
          <ac:chgData name="DANIEL ALBERTO PEREZ MORERA" userId="b71f61fa-2a10-40af-a76c-06b5b43d475d" providerId="ADAL" clId="{CCE38196-6549-48A5-B8F0-4FE1DF2DB2E5}" dt="2026-07-16T05:53:07.846" v="1263"/>
          <ac:spMkLst>
            <pc:docMk/>
            <pc:sldMk cId="784523678" sldId="285"/>
            <ac:spMk id="37" creationId="{14720853-E885-4BE5-BFE2-24004CEF6952}"/>
          </ac:spMkLst>
        </pc:spChg>
        <pc:cxnChg chg="add del">
          <ac:chgData name="DANIEL ALBERTO PEREZ MORERA" userId="b71f61fa-2a10-40af-a76c-06b5b43d475d" providerId="ADAL" clId="{CCE38196-6549-48A5-B8F0-4FE1DF2DB2E5}" dt="2026-07-16T05:53:07.846" v="1263"/>
          <ac:cxnSpMkLst>
            <pc:docMk/>
            <pc:sldMk cId="784523678" sldId="285"/>
            <ac:cxnSpMk id="34" creationId="{7855A9B5-1710-4B19-B0F1-CDFDD4ED5B7E}"/>
          </ac:cxnSpMkLst>
        </pc:cxnChg>
      </pc:sldChg>
      <pc:sldChg chg="addSp delSp add del setBg delDesignElem">
        <pc:chgData name="DANIEL ALBERTO PEREZ MORERA" userId="b71f61fa-2a10-40af-a76c-06b5b43d475d" providerId="ADAL" clId="{CCE38196-6549-48A5-B8F0-4FE1DF2DB2E5}" dt="2026-07-16T05:53:47.773" v="1275"/>
        <pc:sldMkLst>
          <pc:docMk/>
          <pc:sldMk cId="1259055195" sldId="285"/>
        </pc:sldMkLst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1259055195" sldId="285"/>
            <ac:spMk id="32" creationId="{08CB54FC-0B2A-4107-9A70-958B90B76585}"/>
          </ac:spMkLst>
        </pc:spChg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1259055195" sldId="285"/>
            <ac:spMk id="36" creationId="{6587DBF8-5C50-4034-8B79-FE54A01A8E15}"/>
          </ac:spMkLst>
        </pc:spChg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1259055195" sldId="285"/>
            <ac:spMk id="37" creationId="{14720853-E885-4BE5-BFE2-24004CEF6952}"/>
          </ac:spMkLst>
        </pc:spChg>
        <pc:cxnChg chg="add del">
          <ac:chgData name="DANIEL ALBERTO PEREZ MORERA" userId="b71f61fa-2a10-40af-a76c-06b5b43d475d" providerId="ADAL" clId="{CCE38196-6549-48A5-B8F0-4FE1DF2DB2E5}" dt="2026-07-16T05:53:47.773" v="1275"/>
          <ac:cxnSpMkLst>
            <pc:docMk/>
            <pc:sldMk cId="1259055195" sldId="285"/>
            <ac:cxnSpMk id="34" creationId="{7855A9B5-1710-4B19-B0F1-CDFDD4ED5B7E}"/>
          </ac:cxnSpMkLst>
        </pc:cxnChg>
      </pc:sldChg>
      <pc:sldChg chg="add del">
        <pc:chgData name="DANIEL ALBERTO PEREZ MORERA" userId="b71f61fa-2a10-40af-a76c-06b5b43d475d" providerId="ADAL" clId="{CCE38196-6549-48A5-B8F0-4FE1DF2DB2E5}" dt="2026-07-16T05:53:45.716" v="1265"/>
        <pc:sldMkLst>
          <pc:docMk/>
          <pc:sldMk cId="1917189935" sldId="285"/>
        </pc:sldMkLst>
      </pc:sldChg>
      <pc:sldChg chg="delSp add del mod">
        <pc:chgData name="DANIEL ALBERTO PEREZ MORERA" userId="b71f61fa-2a10-40af-a76c-06b5b43d475d" providerId="ADAL" clId="{CCE38196-6549-48A5-B8F0-4FE1DF2DB2E5}" dt="2026-07-16T05:53:52.873" v="1278" actId="47"/>
        <pc:sldMkLst>
          <pc:docMk/>
          <pc:sldMk cId="2556254236" sldId="285"/>
        </pc:sldMkLst>
        <pc:picChg chg="del">
          <ac:chgData name="DANIEL ALBERTO PEREZ MORERA" userId="b71f61fa-2a10-40af-a76c-06b5b43d475d" providerId="ADAL" clId="{CCE38196-6549-48A5-B8F0-4FE1DF2DB2E5}" dt="2026-07-16T05:53:50.647" v="1277" actId="478"/>
          <ac:picMkLst>
            <pc:docMk/>
            <pc:sldMk cId="2556254236" sldId="285"/>
            <ac:picMk id="33" creationId="{AE2B33B0-070B-3E3D-509C-90378A3E6B89}"/>
          </ac:picMkLst>
        </pc:picChg>
      </pc:sldChg>
      <pc:sldChg chg="addSp delSp add del setBg delDesignElem">
        <pc:chgData name="DANIEL ALBERTO PEREZ MORERA" userId="b71f61fa-2a10-40af-a76c-06b5b43d475d" providerId="ADAL" clId="{CCE38196-6549-48A5-B8F0-4FE1DF2DB2E5}" dt="2026-07-16T05:53:52.873" v="1278" actId="47"/>
        <pc:sldMkLst>
          <pc:docMk/>
          <pc:sldMk cId="1204716729" sldId="286"/>
        </pc:sldMkLst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1204716729" sldId="286"/>
            <ac:spMk id="8" creationId="{376B9859-935E-C2F1-C37A-6BBFFEF38A6B}"/>
          </ac:spMkLst>
        </pc:spChg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1204716729" sldId="286"/>
            <ac:spMk id="10" creationId="{C3440F40-0B59-24A5-C095-26DD8DD39024}"/>
          </ac:spMkLst>
        </pc:spChg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1204716729" sldId="286"/>
            <ac:spMk id="12" creationId="{DDD3F2DB-6122-AB01-1948-449C5A544C86}"/>
          </ac:spMkLst>
        </pc:spChg>
      </pc:sldChg>
      <pc:sldChg chg="addSp delSp modSp add del mod setBg delDesignElem">
        <pc:chgData name="DANIEL ALBERTO PEREZ MORERA" userId="b71f61fa-2a10-40af-a76c-06b5b43d475d" providerId="ADAL" clId="{CCE38196-6549-48A5-B8F0-4FE1DF2DB2E5}" dt="2026-07-16T05:59:10.014" v="1371"/>
        <pc:sldMkLst>
          <pc:docMk/>
          <pc:sldMk cId="3805453594" sldId="287"/>
        </pc:sldMkLst>
        <pc:spChg chg="mod">
          <ac:chgData name="DANIEL ALBERTO PEREZ MORERA" userId="b71f61fa-2a10-40af-a76c-06b5b43d475d" providerId="ADAL" clId="{CCE38196-6549-48A5-B8F0-4FE1DF2DB2E5}" dt="2026-07-16T05:54:04.882" v="1279" actId="14100"/>
          <ac:spMkLst>
            <pc:docMk/>
            <pc:sldMk cId="3805453594" sldId="287"/>
            <ac:spMk id="2" creationId="{408D5F50-45F2-687A-8A1A-F8244CF9BC0D}"/>
          </ac:spMkLst>
        </pc:spChg>
        <pc:spChg chg="add mod ord">
          <ac:chgData name="DANIEL ALBERTO PEREZ MORERA" userId="b71f61fa-2a10-40af-a76c-06b5b43d475d" providerId="ADAL" clId="{CCE38196-6549-48A5-B8F0-4FE1DF2DB2E5}" dt="2026-07-16T05:56:01.828" v="1307" actId="21"/>
          <ac:spMkLst>
            <pc:docMk/>
            <pc:sldMk cId="3805453594" sldId="287"/>
            <ac:spMk id="3" creationId="{93BE630F-E9A4-453D-460F-C22B14278EB8}"/>
          </ac:spMkLst>
        </pc:spChg>
        <pc:spChg chg="add del">
          <ac:chgData name="DANIEL ALBERTO PEREZ MORERA" userId="b71f61fa-2a10-40af-a76c-06b5b43d475d" providerId="ADAL" clId="{CCE38196-6549-48A5-B8F0-4FE1DF2DB2E5}" dt="2026-07-16T05:59:09.992" v="1370"/>
          <ac:spMkLst>
            <pc:docMk/>
            <pc:sldMk cId="3805453594" sldId="287"/>
            <ac:spMk id="8" creationId="{6C46A98F-282E-11F4-DA36-25AB19304C14}"/>
          </ac:spMkLst>
        </pc:spChg>
        <pc:spChg chg="add del">
          <ac:chgData name="DANIEL ALBERTO PEREZ MORERA" userId="b71f61fa-2a10-40af-a76c-06b5b43d475d" providerId="ADAL" clId="{CCE38196-6549-48A5-B8F0-4FE1DF2DB2E5}" dt="2026-07-16T05:59:09.992" v="1370"/>
          <ac:spMkLst>
            <pc:docMk/>
            <pc:sldMk cId="3805453594" sldId="287"/>
            <ac:spMk id="10" creationId="{E3ED6329-60CB-3B05-BBA1-03FE1790961D}"/>
          </ac:spMkLst>
        </pc:spChg>
        <pc:spChg chg="add del">
          <ac:chgData name="DANIEL ALBERTO PEREZ MORERA" userId="b71f61fa-2a10-40af-a76c-06b5b43d475d" providerId="ADAL" clId="{CCE38196-6549-48A5-B8F0-4FE1DF2DB2E5}" dt="2026-07-16T05:59:09.992" v="1370"/>
          <ac:spMkLst>
            <pc:docMk/>
            <pc:sldMk cId="3805453594" sldId="287"/>
            <ac:spMk id="12" creationId="{16384353-5089-1358-2F19-3AB4BD382D29}"/>
          </ac:spMkLst>
        </pc:spChg>
        <pc:picChg chg="add del mod">
          <ac:chgData name="DANIEL ALBERTO PEREZ MORERA" userId="b71f61fa-2a10-40af-a76c-06b5b43d475d" providerId="ADAL" clId="{CCE38196-6549-48A5-B8F0-4FE1DF2DB2E5}" dt="2026-07-16T05:55:56.645" v="1305" actId="21"/>
          <ac:picMkLst>
            <pc:docMk/>
            <pc:sldMk cId="3805453594" sldId="287"/>
            <ac:picMk id="4" creationId="{8CDC7844-19AF-F483-CE2F-83527E02715F}"/>
          </ac:picMkLst>
        </pc:picChg>
        <pc:picChg chg="add del mod">
          <ac:chgData name="DANIEL ALBERTO PEREZ MORERA" userId="b71f61fa-2a10-40af-a76c-06b5b43d475d" providerId="ADAL" clId="{CCE38196-6549-48A5-B8F0-4FE1DF2DB2E5}" dt="2026-07-16T05:55:39.161" v="1301" actId="21"/>
          <ac:picMkLst>
            <pc:docMk/>
            <pc:sldMk cId="3805453594" sldId="287"/>
            <ac:picMk id="11" creationId="{1AEDA045-71AD-FB2C-AEE0-8E214DD4BB1F}"/>
          </ac:picMkLst>
        </pc:picChg>
      </pc:sldChg>
      <pc:sldChg chg="addSp delSp modSp add del mod setBg delDesignElem">
        <pc:chgData name="DANIEL ALBERTO PEREZ MORERA" userId="b71f61fa-2a10-40af-a76c-06b5b43d475d" providerId="ADAL" clId="{CCE38196-6549-48A5-B8F0-4FE1DF2DB2E5}" dt="2026-07-16T05:57:21.120" v="1333" actId="47"/>
        <pc:sldMkLst>
          <pc:docMk/>
          <pc:sldMk cId="758623205" sldId="288"/>
        </pc:sldMkLst>
        <pc:spChg chg="del mod">
          <ac:chgData name="DANIEL ALBERTO PEREZ MORERA" userId="b71f61fa-2a10-40af-a76c-06b5b43d475d" providerId="ADAL" clId="{CCE38196-6549-48A5-B8F0-4FE1DF2DB2E5}" dt="2026-07-16T05:54:14.533" v="1282" actId="21"/>
          <ac:spMkLst>
            <pc:docMk/>
            <pc:sldMk cId="758623205" sldId="288"/>
            <ac:spMk id="2" creationId="{93BE630F-E9A4-453D-460F-C22B14278EB8}"/>
          </ac:spMkLst>
        </pc:spChg>
        <pc:spChg chg="add mod">
          <ac:chgData name="DANIEL ALBERTO PEREZ MORERA" userId="b71f61fa-2a10-40af-a76c-06b5b43d475d" providerId="ADAL" clId="{CCE38196-6549-48A5-B8F0-4FE1DF2DB2E5}" dt="2026-07-16T05:54:14.533" v="1282" actId="21"/>
          <ac:spMkLst>
            <pc:docMk/>
            <pc:sldMk cId="758623205" sldId="288"/>
            <ac:spMk id="5" creationId="{8DE65F12-3640-1F92-3ED6-A88EEB10B5FB}"/>
          </ac:spMkLst>
        </pc:spChg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758623205" sldId="288"/>
            <ac:spMk id="8" creationId="{845E7DD3-C342-9AF1-63DD-62EB9CA4FEBD}"/>
          </ac:spMkLst>
        </pc:spChg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758623205" sldId="288"/>
            <ac:spMk id="10" creationId="{9A3ADD0B-6777-0D9F-DCA3-11A1124835AF}"/>
          </ac:spMkLst>
        </pc:spChg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758623205" sldId="288"/>
            <ac:spMk id="12" creationId="{F1916FE4-A9B5-E0A6-B882-2666719F8752}"/>
          </ac:spMkLst>
        </pc:spChg>
        <pc:picChg chg="del">
          <ac:chgData name="DANIEL ALBERTO PEREZ MORERA" userId="b71f61fa-2a10-40af-a76c-06b5b43d475d" providerId="ADAL" clId="{CCE38196-6549-48A5-B8F0-4FE1DF2DB2E5}" dt="2026-07-16T05:54:14.533" v="1282" actId="21"/>
          <ac:picMkLst>
            <pc:docMk/>
            <pc:sldMk cId="758623205" sldId="288"/>
            <ac:picMk id="4" creationId="{8CDC7844-19AF-F483-CE2F-83527E02715F}"/>
          </ac:picMkLst>
        </pc:picChg>
      </pc:sldChg>
      <pc:sldChg chg="addSp delSp add del setBg delDesignElem">
        <pc:chgData name="DANIEL ALBERTO PEREZ MORERA" userId="b71f61fa-2a10-40af-a76c-06b5b43d475d" providerId="ADAL" clId="{CCE38196-6549-48A5-B8F0-4FE1DF2DB2E5}" dt="2026-07-16T05:59:10.014" v="1371"/>
        <pc:sldMkLst>
          <pc:docMk/>
          <pc:sldMk cId="3953213494" sldId="288"/>
        </pc:sldMkLst>
        <pc:spChg chg="add del">
          <ac:chgData name="DANIEL ALBERTO PEREZ MORERA" userId="b71f61fa-2a10-40af-a76c-06b5b43d475d" providerId="ADAL" clId="{CCE38196-6549-48A5-B8F0-4FE1DF2DB2E5}" dt="2026-07-16T05:59:09.992" v="1370"/>
          <ac:spMkLst>
            <pc:docMk/>
            <pc:sldMk cId="3953213494" sldId="288"/>
            <ac:spMk id="8" creationId="{047816CD-E30B-F5E2-92F6-CC74F21FF29C}"/>
          </ac:spMkLst>
        </pc:spChg>
        <pc:spChg chg="add del">
          <ac:chgData name="DANIEL ALBERTO PEREZ MORERA" userId="b71f61fa-2a10-40af-a76c-06b5b43d475d" providerId="ADAL" clId="{CCE38196-6549-48A5-B8F0-4FE1DF2DB2E5}" dt="2026-07-16T05:59:09.992" v="1370"/>
          <ac:spMkLst>
            <pc:docMk/>
            <pc:sldMk cId="3953213494" sldId="288"/>
            <ac:spMk id="10" creationId="{CB309C62-0685-F11A-A491-E64F8CFB275C}"/>
          </ac:spMkLst>
        </pc:spChg>
        <pc:spChg chg="add del">
          <ac:chgData name="DANIEL ALBERTO PEREZ MORERA" userId="b71f61fa-2a10-40af-a76c-06b5b43d475d" providerId="ADAL" clId="{CCE38196-6549-48A5-B8F0-4FE1DF2DB2E5}" dt="2026-07-16T05:59:09.992" v="1370"/>
          <ac:spMkLst>
            <pc:docMk/>
            <pc:sldMk cId="3953213494" sldId="288"/>
            <ac:spMk id="12" creationId="{4951B874-7BB8-50EB-6446-60224F524AAB}"/>
          </ac:spMkLst>
        </pc:spChg>
      </pc:sldChg>
      <pc:sldChg chg="addSp delSp modSp add del mod setBg delDesignElem">
        <pc:chgData name="DANIEL ALBERTO PEREZ MORERA" userId="b71f61fa-2a10-40af-a76c-06b5b43d475d" providerId="ADAL" clId="{CCE38196-6549-48A5-B8F0-4FE1DF2DB2E5}" dt="2026-07-16T05:58:15.814" v="1365" actId="47"/>
        <pc:sldMkLst>
          <pc:docMk/>
          <pc:sldMk cId="104984588" sldId="289"/>
        </pc:sldMkLst>
        <pc:spChg chg="mod">
          <ac:chgData name="DANIEL ALBERTO PEREZ MORERA" userId="b71f61fa-2a10-40af-a76c-06b5b43d475d" providerId="ADAL" clId="{CCE38196-6549-48A5-B8F0-4FE1DF2DB2E5}" dt="2026-07-16T05:57:46.267" v="1342" actId="21"/>
          <ac:spMkLst>
            <pc:docMk/>
            <pc:sldMk cId="104984588" sldId="289"/>
            <ac:spMk id="2" creationId="{8BF0D43C-A328-2D8D-7B69-ADE83B8D8256}"/>
          </ac:spMkLst>
        </pc:spChg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104984588" sldId="289"/>
            <ac:spMk id="8" creationId="{05795E16-C3B3-99DF-0900-CCB7650F610E}"/>
          </ac:spMkLst>
        </pc:spChg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104984588" sldId="289"/>
            <ac:spMk id="10" creationId="{41A61AE9-29C0-1FC7-05AF-0DD62B138B4D}"/>
          </ac:spMkLst>
        </pc:spChg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104984588" sldId="289"/>
            <ac:spMk id="12" creationId="{2A3D81A3-4E10-C632-CAA7-110FDF597102}"/>
          </ac:spMkLst>
        </pc:spChg>
        <pc:picChg chg="del">
          <ac:chgData name="DANIEL ALBERTO PEREZ MORERA" userId="b71f61fa-2a10-40af-a76c-06b5b43d475d" providerId="ADAL" clId="{CCE38196-6549-48A5-B8F0-4FE1DF2DB2E5}" dt="2026-07-16T05:57:37.837" v="1337" actId="21"/>
          <ac:picMkLst>
            <pc:docMk/>
            <pc:sldMk cId="104984588" sldId="289"/>
            <ac:picMk id="11" creationId="{2D77B159-52B9-7D8A-8F0B-CE30CA0BBAB3}"/>
          </ac:picMkLst>
        </pc:picChg>
      </pc:sldChg>
      <pc:sldChg chg="addSp delSp add del setBg delDesignElem">
        <pc:chgData name="DANIEL ALBERTO PEREZ MORERA" userId="b71f61fa-2a10-40af-a76c-06b5b43d475d" providerId="ADAL" clId="{CCE38196-6549-48A5-B8F0-4FE1DF2DB2E5}" dt="2026-07-16T05:53:47.799" v="1276"/>
        <pc:sldMkLst>
          <pc:docMk/>
          <pc:sldMk cId="2972522738" sldId="290"/>
        </pc:sldMkLst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2972522738" sldId="290"/>
            <ac:spMk id="8" creationId="{607ED530-7881-72D8-E920-B51047534363}"/>
          </ac:spMkLst>
        </pc:spChg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2972522738" sldId="290"/>
            <ac:spMk id="10" creationId="{22449FDF-B7C2-025A-0237-EE1D78059F6F}"/>
          </ac:spMkLst>
        </pc:spChg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2972522738" sldId="290"/>
            <ac:spMk id="12" creationId="{2CF1D3F9-3DA6-A393-F965-851562FB955A}"/>
          </ac:spMkLst>
        </pc:spChg>
      </pc:sldChg>
      <pc:sldChg chg="addSp delSp modSp add del mod setBg delDesignElem">
        <pc:chgData name="DANIEL ALBERTO PEREZ MORERA" userId="b71f61fa-2a10-40af-a76c-06b5b43d475d" providerId="ADAL" clId="{CCE38196-6549-48A5-B8F0-4FE1DF2DB2E5}" dt="2026-07-16T05:58:15.814" v="1365" actId="47"/>
        <pc:sldMkLst>
          <pc:docMk/>
          <pc:sldMk cId="3128563838" sldId="291"/>
        </pc:sldMkLst>
        <pc:spChg chg="mod">
          <ac:chgData name="DANIEL ALBERTO PEREZ MORERA" userId="b71f61fa-2a10-40af-a76c-06b5b43d475d" providerId="ADAL" clId="{CCE38196-6549-48A5-B8F0-4FE1DF2DB2E5}" dt="2026-07-16T05:58:04.639" v="1359" actId="21"/>
          <ac:spMkLst>
            <pc:docMk/>
            <pc:sldMk cId="3128563838" sldId="291"/>
            <ac:spMk id="2" creationId="{893DC8B1-8773-CDF2-5C2B-28374F654E1F}"/>
          </ac:spMkLst>
        </pc:spChg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3128563838" sldId="291"/>
            <ac:spMk id="8" creationId="{534D4304-9DC8-B11D-518A-D414793CC20D}"/>
          </ac:spMkLst>
        </pc:spChg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3128563838" sldId="291"/>
            <ac:spMk id="10" creationId="{FED4219D-F6EC-7096-037F-FF9A7BDF4A3E}"/>
          </ac:spMkLst>
        </pc:spChg>
        <pc:spChg chg="add del">
          <ac:chgData name="DANIEL ALBERTO PEREZ MORERA" userId="b71f61fa-2a10-40af-a76c-06b5b43d475d" providerId="ADAL" clId="{CCE38196-6549-48A5-B8F0-4FE1DF2DB2E5}" dt="2026-07-16T05:53:47.773" v="1275"/>
          <ac:spMkLst>
            <pc:docMk/>
            <pc:sldMk cId="3128563838" sldId="291"/>
            <ac:spMk id="12" creationId="{6CC73729-CB9A-FA4C-1CD9-5689E8DF17C3}"/>
          </ac:spMkLst>
        </pc:spChg>
        <pc:picChg chg="del">
          <ac:chgData name="DANIEL ALBERTO PEREZ MORERA" userId="b71f61fa-2a10-40af-a76c-06b5b43d475d" providerId="ADAL" clId="{CCE38196-6549-48A5-B8F0-4FE1DF2DB2E5}" dt="2026-07-16T05:57:57.437" v="1356" actId="21"/>
          <ac:picMkLst>
            <pc:docMk/>
            <pc:sldMk cId="3128563838" sldId="291"/>
            <ac:picMk id="4" creationId="{2C0D8A85-6695-C7B2-73E1-1BE1A0F1EB6C}"/>
          </ac:picMkLst>
        </pc:picChg>
      </pc:sldChg>
      <pc:sldChg chg="addSp delSp modSp new del mod">
        <pc:chgData name="DANIEL ALBERTO PEREZ MORERA" userId="b71f61fa-2a10-40af-a76c-06b5b43d475d" providerId="ADAL" clId="{CCE38196-6549-48A5-B8F0-4FE1DF2DB2E5}" dt="2026-07-16T05:55:30.935" v="1299" actId="680"/>
        <pc:sldMkLst>
          <pc:docMk/>
          <pc:sldMk cId="938545935" sldId="292"/>
        </pc:sldMkLst>
        <pc:spChg chg="add del">
          <ac:chgData name="DANIEL ALBERTO PEREZ MORERA" userId="b71f61fa-2a10-40af-a76c-06b5b43d475d" providerId="ADAL" clId="{CCE38196-6549-48A5-B8F0-4FE1DF2DB2E5}" dt="2026-07-16T05:55:28.775" v="1297" actId="22"/>
          <ac:spMkLst>
            <pc:docMk/>
            <pc:sldMk cId="938545935" sldId="292"/>
            <ac:spMk id="3" creationId="{0F38E758-B009-A53C-A243-AB451D6E369A}"/>
          </ac:spMkLst>
        </pc:spChg>
        <pc:picChg chg="add del mod">
          <ac:chgData name="DANIEL ALBERTO PEREZ MORERA" userId="b71f61fa-2a10-40af-a76c-06b5b43d475d" providerId="ADAL" clId="{CCE38196-6549-48A5-B8F0-4FE1DF2DB2E5}" dt="2026-07-16T05:55:28.775" v="1297" actId="22"/>
          <ac:picMkLst>
            <pc:docMk/>
            <pc:sldMk cId="938545935" sldId="292"/>
            <ac:picMk id="6" creationId="{3B2E0450-CA80-7335-5D41-3334340F6E28}"/>
          </ac:picMkLst>
        </pc:picChg>
      </pc:sldChg>
      <pc:sldChg chg="addSp delSp modSp new mod">
        <pc:chgData name="DANIEL ALBERTO PEREZ MORERA" userId="b71f61fa-2a10-40af-a76c-06b5b43d475d" providerId="ADAL" clId="{CCE38196-6549-48A5-B8F0-4FE1DF2DB2E5}" dt="2026-07-16T05:57:05.695" v="1331" actId="108"/>
        <pc:sldMkLst>
          <pc:docMk/>
          <pc:sldMk cId="4059601761" sldId="292"/>
        </pc:sldMkLst>
        <pc:spChg chg="del">
          <ac:chgData name="DANIEL ALBERTO PEREZ MORERA" userId="b71f61fa-2a10-40af-a76c-06b5b43d475d" providerId="ADAL" clId="{CCE38196-6549-48A5-B8F0-4FE1DF2DB2E5}" dt="2026-07-16T05:56:15.749" v="1311" actId="478"/>
          <ac:spMkLst>
            <pc:docMk/>
            <pc:sldMk cId="4059601761" sldId="292"/>
            <ac:spMk id="2" creationId="{D6A72FA8-C881-C88B-52D3-CE192F157657}"/>
          </ac:spMkLst>
        </pc:spChg>
        <pc:spChg chg="mod">
          <ac:chgData name="DANIEL ALBERTO PEREZ MORERA" userId="b71f61fa-2a10-40af-a76c-06b5b43d475d" providerId="ADAL" clId="{CCE38196-6549-48A5-B8F0-4FE1DF2DB2E5}" dt="2026-07-16T05:56:43.590" v="1318" actId="27636"/>
          <ac:spMkLst>
            <pc:docMk/>
            <pc:sldMk cId="4059601761" sldId="292"/>
            <ac:spMk id="3" creationId="{0CDD8ECF-0786-8280-AEA1-619B46617652}"/>
          </ac:spMkLst>
        </pc:spChg>
        <pc:spChg chg="del">
          <ac:chgData name="DANIEL ALBERTO PEREZ MORERA" userId="b71f61fa-2a10-40af-a76c-06b5b43d475d" providerId="ADAL" clId="{CCE38196-6549-48A5-B8F0-4FE1DF2DB2E5}" dt="2026-07-16T05:55:42.175" v="1302" actId="22"/>
          <ac:spMkLst>
            <pc:docMk/>
            <pc:sldMk cId="4059601761" sldId="292"/>
            <ac:spMk id="4" creationId="{9EA6D685-C0E5-CE32-9405-7B2882B4855C}"/>
          </ac:spMkLst>
        </pc:spChg>
        <pc:spChg chg="mod">
          <ac:chgData name="DANIEL ALBERTO PEREZ MORERA" userId="b71f61fa-2a10-40af-a76c-06b5b43d475d" providerId="ADAL" clId="{CCE38196-6549-48A5-B8F0-4FE1DF2DB2E5}" dt="2026-07-16T05:57:05.695" v="1331" actId="108"/>
          <ac:spMkLst>
            <pc:docMk/>
            <pc:sldMk cId="4059601761" sldId="292"/>
            <ac:spMk id="5" creationId="{54D4D08C-7BE6-220D-57E4-5EECBACF0944}"/>
          </ac:spMkLst>
        </pc:spChg>
        <pc:spChg chg="del">
          <ac:chgData name="DANIEL ALBERTO PEREZ MORERA" userId="b71f61fa-2a10-40af-a76c-06b5b43d475d" providerId="ADAL" clId="{CCE38196-6549-48A5-B8F0-4FE1DF2DB2E5}" dt="2026-07-16T05:55:58.634" v="1306" actId="22"/>
          <ac:spMkLst>
            <pc:docMk/>
            <pc:sldMk cId="4059601761" sldId="292"/>
            <ac:spMk id="6" creationId="{19C3306A-2D55-F5A7-0ECB-FD4215702A84}"/>
          </ac:spMkLst>
        </pc:spChg>
        <pc:picChg chg="add mod">
          <ac:chgData name="DANIEL ALBERTO PEREZ MORERA" userId="b71f61fa-2a10-40af-a76c-06b5b43d475d" providerId="ADAL" clId="{CCE38196-6549-48A5-B8F0-4FE1DF2DB2E5}" dt="2026-07-16T05:55:42.175" v="1302" actId="22"/>
          <ac:picMkLst>
            <pc:docMk/>
            <pc:sldMk cId="4059601761" sldId="292"/>
            <ac:picMk id="8" creationId="{40E83E23-E8AF-E068-8FE0-15DBAF9AF228}"/>
          </ac:picMkLst>
        </pc:picChg>
        <pc:picChg chg="add mod">
          <ac:chgData name="DANIEL ALBERTO PEREZ MORERA" userId="b71f61fa-2a10-40af-a76c-06b5b43d475d" providerId="ADAL" clId="{CCE38196-6549-48A5-B8F0-4FE1DF2DB2E5}" dt="2026-07-16T05:55:58.634" v="1306" actId="22"/>
          <ac:picMkLst>
            <pc:docMk/>
            <pc:sldMk cId="4059601761" sldId="292"/>
            <ac:picMk id="10" creationId="{D8D7C22A-717D-BC44-413F-91DE7D356A9B}"/>
          </ac:picMkLst>
        </pc:picChg>
      </pc:sldChg>
      <pc:sldChg chg="addSp delSp modSp add mod ord">
        <pc:chgData name="DANIEL ALBERTO PEREZ MORERA" userId="b71f61fa-2a10-40af-a76c-06b5b43d475d" providerId="ADAL" clId="{CCE38196-6549-48A5-B8F0-4FE1DF2DB2E5}" dt="2026-07-16T05:58:11.621" v="1364"/>
        <pc:sldMkLst>
          <pc:docMk/>
          <pc:sldMk cId="2567885880" sldId="293"/>
        </pc:sldMkLst>
        <pc:spChg chg="mod">
          <ac:chgData name="DANIEL ALBERTO PEREZ MORERA" userId="b71f61fa-2a10-40af-a76c-06b5b43d475d" providerId="ADAL" clId="{CCE38196-6549-48A5-B8F0-4FE1DF2DB2E5}" dt="2026-07-16T05:57:54.635" v="1354" actId="27636"/>
          <ac:spMkLst>
            <pc:docMk/>
            <pc:sldMk cId="2567885880" sldId="293"/>
            <ac:spMk id="3" creationId="{F1359026-D769-CF4B-2261-074EA8CE639E}"/>
          </ac:spMkLst>
        </pc:spChg>
        <pc:spChg chg="mod">
          <ac:chgData name="DANIEL ALBERTO PEREZ MORERA" userId="b71f61fa-2a10-40af-a76c-06b5b43d475d" providerId="ADAL" clId="{CCE38196-6549-48A5-B8F0-4FE1DF2DB2E5}" dt="2026-07-16T05:58:11.621" v="1364"/>
          <ac:spMkLst>
            <pc:docMk/>
            <pc:sldMk cId="2567885880" sldId="293"/>
            <ac:spMk id="5" creationId="{B4B36A56-9AE7-D819-15B1-B2A586380B5F}"/>
          </ac:spMkLst>
        </pc:spChg>
        <pc:spChg chg="add del mod">
          <ac:chgData name="DANIEL ALBERTO PEREZ MORERA" userId="b71f61fa-2a10-40af-a76c-06b5b43d475d" providerId="ADAL" clId="{CCE38196-6549-48A5-B8F0-4FE1DF2DB2E5}" dt="2026-07-16T05:57:43.169" v="1341" actId="22"/>
          <ac:spMkLst>
            <pc:docMk/>
            <pc:sldMk cId="2567885880" sldId="293"/>
            <ac:spMk id="7" creationId="{E8777655-202C-8FFE-CC1E-4BCAC603A852}"/>
          </ac:spMkLst>
        </pc:spChg>
        <pc:spChg chg="add del mod">
          <ac:chgData name="DANIEL ALBERTO PEREZ MORERA" userId="b71f61fa-2a10-40af-a76c-06b5b43d475d" providerId="ADAL" clId="{CCE38196-6549-48A5-B8F0-4FE1DF2DB2E5}" dt="2026-07-16T05:58:01.528" v="1358" actId="22"/>
          <ac:spMkLst>
            <pc:docMk/>
            <pc:sldMk cId="2567885880" sldId="293"/>
            <ac:spMk id="13" creationId="{95D2DC33-073C-0F91-0270-9345C97A797D}"/>
          </ac:spMkLst>
        </pc:spChg>
        <pc:picChg chg="add del">
          <ac:chgData name="DANIEL ALBERTO PEREZ MORERA" userId="b71f61fa-2a10-40af-a76c-06b5b43d475d" providerId="ADAL" clId="{CCE38196-6549-48A5-B8F0-4FE1DF2DB2E5}" dt="2026-07-16T05:57:40.584" v="1339" actId="22"/>
          <ac:picMkLst>
            <pc:docMk/>
            <pc:sldMk cId="2567885880" sldId="293"/>
            <ac:picMk id="4" creationId="{84F0DD86-3A17-BD33-3513-AD7BE82D2BCE}"/>
          </ac:picMkLst>
        </pc:picChg>
        <pc:picChg chg="del">
          <ac:chgData name="DANIEL ALBERTO PEREZ MORERA" userId="b71f61fa-2a10-40af-a76c-06b5b43d475d" providerId="ADAL" clId="{CCE38196-6549-48A5-B8F0-4FE1DF2DB2E5}" dt="2026-07-16T05:57:41.721" v="1340" actId="478"/>
          <ac:picMkLst>
            <pc:docMk/>
            <pc:sldMk cId="2567885880" sldId="293"/>
            <ac:picMk id="8" creationId="{825E26EC-A982-E2D4-A1D9-B1F3FF0C78BE}"/>
          </ac:picMkLst>
        </pc:picChg>
        <pc:picChg chg="del">
          <ac:chgData name="DANIEL ALBERTO PEREZ MORERA" userId="b71f61fa-2a10-40af-a76c-06b5b43d475d" providerId="ADAL" clId="{CCE38196-6549-48A5-B8F0-4FE1DF2DB2E5}" dt="2026-07-16T05:57:59.636" v="1357" actId="478"/>
          <ac:picMkLst>
            <pc:docMk/>
            <pc:sldMk cId="2567885880" sldId="293"/>
            <ac:picMk id="10" creationId="{128BBABB-2467-A608-1048-953140E8DB01}"/>
          </ac:picMkLst>
        </pc:picChg>
        <pc:picChg chg="add mod">
          <ac:chgData name="DANIEL ALBERTO PEREZ MORERA" userId="b71f61fa-2a10-40af-a76c-06b5b43d475d" providerId="ADAL" clId="{CCE38196-6549-48A5-B8F0-4FE1DF2DB2E5}" dt="2026-07-16T05:57:43.169" v="1341" actId="22"/>
          <ac:picMkLst>
            <pc:docMk/>
            <pc:sldMk cId="2567885880" sldId="293"/>
            <ac:picMk id="11" creationId="{3371806D-F617-B36F-0195-FDC1CEC7F0C4}"/>
          </ac:picMkLst>
        </pc:picChg>
        <pc:picChg chg="add mod">
          <ac:chgData name="DANIEL ALBERTO PEREZ MORERA" userId="b71f61fa-2a10-40af-a76c-06b5b43d475d" providerId="ADAL" clId="{CCE38196-6549-48A5-B8F0-4FE1DF2DB2E5}" dt="2026-07-16T05:58:01.528" v="1358" actId="22"/>
          <ac:picMkLst>
            <pc:docMk/>
            <pc:sldMk cId="2567885880" sldId="293"/>
            <ac:picMk id="15" creationId="{343FB38B-A900-4AFB-13BA-E904C718EE53}"/>
          </ac:picMkLst>
        </pc:picChg>
      </pc:sldChg>
      <pc:sldChg chg="add del">
        <pc:chgData name="DANIEL ALBERTO PEREZ MORERA" userId="b71f61fa-2a10-40af-a76c-06b5b43d475d" providerId="ADAL" clId="{CCE38196-6549-48A5-B8F0-4FE1DF2DB2E5}" dt="2026-07-16T05:59:09.992" v="1370"/>
        <pc:sldMkLst>
          <pc:docMk/>
          <pc:sldMk cId="4149514272" sldId="294"/>
        </pc:sldMkLst>
      </pc:sldChg>
      <pc:sldChg chg="add">
        <pc:chgData name="DANIEL ALBERTO PEREZ MORERA" userId="b71f61fa-2a10-40af-a76c-06b5b43d475d" providerId="ADAL" clId="{CCE38196-6549-48A5-B8F0-4FE1DF2DB2E5}" dt="2026-07-16T05:59:10.014" v="1371"/>
        <pc:sldMkLst>
          <pc:docMk/>
          <pc:sldMk cId="4235411944" sldId="294"/>
        </pc:sldMkLst>
      </pc:sldChg>
      <pc:sldChg chg="add del">
        <pc:chgData name="DANIEL ALBERTO PEREZ MORERA" userId="b71f61fa-2a10-40af-a76c-06b5b43d475d" providerId="ADAL" clId="{CCE38196-6549-48A5-B8F0-4FE1DF2DB2E5}" dt="2026-07-16T05:59:21.365" v="1372" actId="47"/>
        <pc:sldMkLst>
          <pc:docMk/>
          <pc:sldMk cId="481234830" sldId="295"/>
        </pc:sldMkLst>
      </pc:sldChg>
      <pc:sldChg chg="add del">
        <pc:chgData name="DANIEL ALBERTO PEREZ MORERA" userId="b71f61fa-2a10-40af-a76c-06b5b43d475d" providerId="ADAL" clId="{CCE38196-6549-48A5-B8F0-4FE1DF2DB2E5}" dt="2026-07-16T06:00:34.095" v="1377" actId="47"/>
        <pc:sldMkLst>
          <pc:docMk/>
          <pc:sldMk cId="1100032990" sldId="295"/>
        </pc:sldMkLst>
      </pc:sldChg>
      <pc:sldChg chg="add del">
        <pc:chgData name="DANIEL ALBERTO PEREZ MORERA" userId="b71f61fa-2a10-40af-a76c-06b5b43d475d" providerId="ADAL" clId="{CCE38196-6549-48A5-B8F0-4FE1DF2DB2E5}" dt="2026-07-16T06:00:39.565" v="1388"/>
        <pc:sldMkLst>
          <pc:docMk/>
          <pc:sldMk cId="3606797845" sldId="295"/>
        </pc:sldMkLst>
      </pc:sldChg>
      <pc:sldChg chg="addSp delSp add del setBg delDesignElem">
        <pc:chgData name="DANIEL ALBERTO PEREZ MORERA" userId="b71f61fa-2a10-40af-a76c-06b5b43d475d" providerId="ADAL" clId="{CCE38196-6549-48A5-B8F0-4FE1DF2DB2E5}" dt="2026-07-16T05:59:09.992" v="1370"/>
        <pc:sldMkLst>
          <pc:docMk/>
          <pc:sldMk cId="3991271716" sldId="295"/>
        </pc:sldMkLst>
        <pc:spChg chg="add del">
          <ac:chgData name="DANIEL ALBERTO PEREZ MORERA" userId="b71f61fa-2a10-40af-a76c-06b5b43d475d" providerId="ADAL" clId="{CCE38196-6549-48A5-B8F0-4FE1DF2DB2E5}" dt="2026-07-16T05:59:09.992" v="1370"/>
          <ac:spMkLst>
            <pc:docMk/>
            <pc:sldMk cId="3991271716" sldId="295"/>
            <ac:spMk id="26" creationId="{3741B58E-3B65-4A01-A276-975AB2CF8A08}"/>
          </ac:spMkLst>
        </pc:spChg>
        <pc:spChg chg="add del">
          <ac:chgData name="DANIEL ALBERTO PEREZ MORERA" userId="b71f61fa-2a10-40af-a76c-06b5b43d475d" providerId="ADAL" clId="{CCE38196-6549-48A5-B8F0-4FE1DF2DB2E5}" dt="2026-07-16T05:59:09.992" v="1370"/>
          <ac:spMkLst>
            <pc:docMk/>
            <pc:sldMk cId="3991271716" sldId="295"/>
            <ac:spMk id="28" creationId="{7AAC67C3-831B-4AB1-A259-DFB839CAFAFC}"/>
          </ac:spMkLst>
        </pc:spChg>
        <pc:spChg chg="add del">
          <ac:chgData name="DANIEL ALBERTO PEREZ MORERA" userId="b71f61fa-2a10-40af-a76c-06b5b43d475d" providerId="ADAL" clId="{CCE38196-6549-48A5-B8F0-4FE1DF2DB2E5}" dt="2026-07-16T05:59:09.992" v="1370"/>
          <ac:spMkLst>
            <pc:docMk/>
            <pc:sldMk cId="3991271716" sldId="295"/>
            <ac:spMk id="30" creationId="{054B3F04-9EAC-45C0-B3CE-0387EEA10A0C}"/>
          </ac:spMkLst>
        </pc:spChg>
      </pc:sldChg>
      <pc:sldChg chg="add">
        <pc:chgData name="DANIEL ALBERTO PEREZ MORERA" userId="b71f61fa-2a10-40af-a76c-06b5b43d475d" providerId="ADAL" clId="{CCE38196-6549-48A5-B8F0-4FE1DF2DB2E5}" dt="2026-07-16T06:00:39.582" v="1389"/>
        <pc:sldMkLst>
          <pc:docMk/>
          <pc:sldMk cId="4071980575" sldId="295"/>
        </pc:sldMkLst>
      </pc:sldChg>
      <pc:sldChg chg="addSp delSp add del setBg delDesignElem">
        <pc:chgData name="DANIEL ALBERTO PEREZ MORERA" userId="b71f61fa-2a10-40af-a76c-06b5b43d475d" providerId="ADAL" clId="{CCE38196-6549-48A5-B8F0-4FE1DF2DB2E5}" dt="2026-07-16T06:00:49.550" v="1390" actId="47"/>
        <pc:sldMkLst>
          <pc:docMk/>
          <pc:sldMk cId="612853865" sldId="296"/>
        </pc:sldMkLst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612853865" sldId="296"/>
            <ac:spMk id="8" creationId="{D76B907F-94B6-4FD8-E3D6-AB535E690B55}"/>
          </ac:spMkLst>
        </pc:spChg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612853865" sldId="296"/>
            <ac:spMk id="10" creationId="{E7984EEC-695E-F929-9253-AC2DAB91563D}"/>
          </ac:spMkLst>
        </pc:spChg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612853865" sldId="296"/>
            <ac:spMk id="12" creationId="{523EFDB4-6A2B-A07B-C808-1D775096ABDB}"/>
          </ac:spMkLst>
        </pc:spChg>
      </pc:sldChg>
      <pc:sldChg chg="add del">
        <pc:chgData name="DANIEL ALBERTO PEREZ MORERA" userId="b71f61fa-2a10-40af-a76c-06b5b43d475d" providerId="ADAL" clId="{CCE38196-6549-48A5-B8F0-4FE1DF2DB2E5}" dt="2026-07-16T05:59:30.474" v="1373" actId="47"/>
        <pc:sldMkLst>
          <pc:docMk/>
          <pc:sldMk cId="1100032990" sldId="296"/>
        </pc:sldMkLst>
      </pc:sldChg>
      <pc:sldChg chg="addSp delSp add del setBg delDesignElem">
        <pc:chgData name="DANIEL ALBERTO PEREZ MORERA" userId="b71f61fa-2a10-40af-a76c-06b5b43d475d" providerId="ADAL" clId="{CCE38196-6549-48A5-B8F0-4FE1DF2DB2E5}" dt="2026-07-16T06:00:39.582" v="1389"/>
        <pc:sldMkLst>
          <pc:docMk/>
          <pc:sldMk cId="2083299302" sldId="297"/>
        </pc:sldMkLst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2083299302" sldId="297"/>
            <ac:spMk id="8" creationId="{30D3A8A1-99B3-4DF1-C57B-4731DBC54F44}"/>
          </ac:spMkLst>
        </pc:spChg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2083299302" sldId="297"/>
            <ac:spMk id="10" creationId="{AF2D74C9-DA87-4A03-903E-C602A152D2CB}"/>
          </ac:spMkLst>
        </pc:spChg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2083299302" sldId="297"/>
            <ac:spMk id="12" creationId="{6D891328-36EF-04DE-CAD2-5CFA7300F892}"/>
          </ac:spMkLst>
        </pc:spChg>
      </pc:sldChg>
      <pc:sldChg chg="addSp delSp modSp add del mod setBg delDesignElem">
        <pc:chgData name="DANIEL ALBERTO PEREZ MORERA" userId="b71f61fa-2a10-40af-a76c-06b5b43d475d" providerId="ADAL" clId="{CCE38196-6549-48A5-B8F0-4FE1DF2DB2E5}" dt="2026-07-16T06:03:02.696" v="1430" actId="47"/>
        <pc:sldMkLst>
          <pc:docMk/>
          <pc:sldMk cId="463296105" sldId="298"/>
        </pc:sldMkLst>
        <pc:spChg chg="mod">
          <ac:chgData name="DANIEL ALBERTO PEREZ MORERA" userId="b71f61fa-2a10-40af-a76c-06b5b43d475d" providerId="ADAL" clId="{CCE38196-6549-48A5-B8F0-4FE1DF2DB2E5}" dt="2026-07-16T06:01:15.366" v="1392" actId="21"/>
          <ac:spMkLst>
            <pc:docMk/>
            <pc:sldMk cId="463296105" sldId="298"/>
            <ac:spMk id="2" creationId="{F17AD19A-E81A-003B-B637-F825B1F7B944}"/>
          </ac:spMkLst>
        </pc:spChg>
        <pc:spChg chg="mod">
          <ac:chgData name="DANIEL ALBERTO PEREZ MORERA" userId="b71f61fa-2a10-40af-a76c-06b5b43d475d" providerId="ADAL" clId="{CCE38196-6549-48A5-B8F0-4FE1DF2DB2E5}" dt="2026-07-16T06:01:30.398" v="1398" actId="27636"/>
          <ac:spMkLst>
            <pc:docMk/>
            <pc:sldMk cId="463296105" sldId="298"/>
            <ac:spMk id="5" creationId="{47F3BAAD-02D2-0A47-5B44-C576CFFB803C}"/>
          </ac:spMkLst>
        </pc:spChg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463296105" sldId="298"/>
            <ac:spMk id="8" creationId="{9DE5B2FF-1D04-B72D-4ACF-36E2B7B4B137}"/>
          </ac:spMkLst>
        </pc:spChg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463296105" sldId="298"/>
            <ac:spMk id="10" creationId="{368ED4CF-A804-6D0C-1FB5-0336DD259024}"/>
          </ac:spMkLst>
        </pc:spChg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463296105" sldId="298"/>
            <ac:spMk id="12" creationId="{2CD2E9A5-77BA-E19E-7E9A-365AB513D30B}"/>
          </ac:spMkLst>
        </pc:spChg>
      </pc:sldChg>
      <pc:sldChg chg="addSp delSp modSp add del mod setBg delDesignElem">
        <pc:chgData name="DANIEL ALBERTO PEREZ MORERA" userId="b71f61fa-2a10-40af-a76c-06b5b43d475d" providerId="ADAL" clId="{CCE38196-6549-48A5-B8F0-4FE1DF2DB2E5}" dt="2026-07-16T06:03:02.696" v="1430" actId="47"/>
        <pc:sldMkLst>
          <pc:docMk/>
          <pc:sldMk cId="3337473191" sldId="299"/>
        </pc:sldMkLst>
        <pc:spChg chg="mod">
          <ac:chgData name="DANIEL ALBERTO PEREZ MORERA" userId="b71f61fa-2a10-40af-a76c-06b5b43d475d" providerId="ADAL" clId="{CCE38196-6549-48A5-B8F0-4FE1DF2DB2E5}" dt="2026-07-16T06:01:48.520" v="1410" actId="21"/>
          <ac:spMkLst>
            <pc:docMk/>
            <pc:sldMk cId="3337473191" sldId="299"/>
            <ac:spMk id="2" creationId="{3E044A5E-41F1-43C5-3619-CC84398F5F35}"/>
          </ac:spMkLst>
        </pc:spChg>
        <pc:spChg chg="mod">
          <ac:chgData name="DANIEL ALBERTO PEREZ MORERA" userId="b71f61fa-2a10-40af-a76c-06b5b43d475d" providerId="ADAL" clId="{CCE38196-6549-48A5-B8F0-4FE1DF2DB2E5}" dt="2026-07-16T06:01:59.803" v="1414" actId="27636"/>
          <ac:spMkLst>
            <pc:docMk/>
            <pc:sldMk cId="3337473191" sldId="299"/>
            <ac:spMk id="5" creationId="{057FD501-9EFA-A7F3-0E8B-5380C110C906}"/>
          </ac:spMkLst>
        </pc:spChg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3337473191" sldId="299"/>
            <ac:spMk id="8" creationId="{F4358430-6DAB-851B-3183-E16424D09D96}"/>
          </ac:spMkLst>
        </pc:spChg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3337473191" sldId="299"/>
            <ac:spMk id="10" creationId="{3C9CC930-A63D-1C29-01CF-04B215E96E90}"/>
          </ac:spMkLst>
        </pc:spChg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3337473191" sldId="299"/>
            <ac:spMk id="12" creationId="{E409F931-371A-3BEB-5694-4286EA3CDEC7}"/>
          </ac:spMkLst>
        </pc:spChg>
      </pc:sldChg>
      <pc:sldChg chg="addSp delSp add del ord setBg delDesignElem">
        <pc:chgData name="DANIEL ALBERTO PEREZ MORERA" userId="b71f61fa-2a10-40af-a76c-06b5b43d475d" providerId="ADAL" clId="{CCE38196-6549-48A5-B8F0-4FE1DF2DB2E5}" dt="2026-07-16T06:03:21.889" v="1434"/>
        <pc:sldMkLst>
          <pc:docMk/>
          <pc:sldMk cId="1723324345" sldId="300"/>
        </pc:sldMkLst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1723324345" sldId="300"/>
            <ac:spMk id="8" creationId="{CCC74F61-2AB0-E2C6-E290-F50F11E7BD4B}"/>
          </ac:spMkLst>
        </pc:spChg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1723324345" sldId="300"/>
            <ac:spMk id="10" creationId="{1FBBE5B3-7580-EC8C-7F58-47D672169E74}"/>
          </ac:spMkLst>
        </pc:spChg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1723324345" sldId="300"/>
            <ac:spMk id="12" creationId="{29BA6383-E186-A981-8EA0-79C6F6116032}"/>
          </ac:spMkLst>
        </pc:spChg>
      </pc:sldChg>
      <pc:sldChg chg="addSp delSp modSp add del mod ord setBg delDesignElem">
        <pc:chgData name="DANIEL ALBERTO PEREZ MORERA" userId="b71f61fa-2a10-40af-a76c-06b5b43d475d" providerId="ADAL" clId="{CCE38196-6549-48A5-B8F0-4FE1DF2DB2E5}" dt="2026-07-16T06:04:49.306" v="1443" actId="26606"/>
        <pc:sldMkLst>
          <pc:docMk/>
          <pc:sldMk cId="2316958274" sldId="301"/>
        </pc:sldMkLst>
        <pc:spChg chg="mod">
          <ac:chgData name="DANIEL ALBERTO PEREZ MORERA" userId="b71f61fa-2a10-40af-a76c-06b5b43d475d" providerId="ADAL" clId="{CCE38196-6549-48A5-B8F0-4FE1DF2DB2E5}" dt="2026-07-16T06:04:49.306" v="1443" actId="26606"/>
          <ac:spMkLst>
            <pc:docMk/>
            <pc:sldMk cId="2316958274" sldId="301"/>
            <ac:spMk id="2" creationId="{ADE7B61F-F55E-4D8A-40BA-6F36C454D428}"/>
          </ac:spMkLst>
        </pc:spChg>
        <pc:spChg chg="mod">
          <ac:chgData name="DANIEL ALBERTO PEREZ MORERA" userId="b71f61fa-2a10-40af-a76c-06b5b43d475d" providerId="ADAL" clId="{CCE38196-6549-48A5-B8F0-4FE1DF2DB2E5}" dt="2026-07-16T06:04:49.306" v="1443" actId="26606"/>
          <ac:spMkLst>
            <pc:docMk/>
            <pc:sldMk cId="2316958274" sldId="301"/>
            <ac:spMk id="4" creationId="{F6FCE1C2-0B85-685A-7F2C-ED179EDA0F18}"/>
          </ac:spMkLst>
        </pc:spChg>
        <pc:spChg chg="add del">
          <ac:chgData name="DANIEL ALBERTO PEREZ MORERA" userId="b71f61fa-2a10-40af-a76c-06b5b43d475d" providerId="ADAL" clId="{CCE38196-6549-48A5-B8F0-4FE1DF2DB2E5}" dt="2026-07-16T06:03:59.878" v="1439" actId="26606"/>
          <ac:spMkLst>
            <pc:docMk/>
            <pc:sldMk cId="2316958274" sldId="301"/>
            <ac:spMk id="8" creationId="{7767CFBD-83DB-6A34-9BD3-10224D8CBFCC}"/>
          </ac:spMkLst>
        </pc:spChg>
        <pc:spChg chg="add del">
          <ac:chgData name="DANIEL ALBERTO PEREZ MORERA" userId="b71f61fa-2a10-40af-a76c-06b5b43d475d" providerId="ADAL" clId="{CCE38196-6549-48A5-B8F0-4FE1DF2DB2E5}" dt="2026-07-16T06:03:59.878" v="1439" actId="26606"/>
          <ac:spMkLst>
            <pc:docMk/>
            <pc:sldMk cId="2316958274" sldId="301"/>
            <ac:spMk id="10" creationId="{BA820880-E11A-C24A-3715-7246C821B0FB}"/>
          </ac:spMkLst>
        </pc:spChg>
        <pc:spChg chg="add del">
          <ac:chgData name="DANIEL ALBERTO PEREZ MORERA" userId="b71f61fa-2a10-40af-a76c-06b5b43d475d" providerId="ADAL" clId="{CCE38196-6549-48A5-B8F0-4FE1DF2DB2E5}" dt="2026-07-16T06:03:59.878" v="1439" actId="26606"/>
          <ac:spMkLst>
            <pc:docMk/>
            <pc:sldMk cId="2316958274" sldId="301"/>
            <ac:spMk id="12" creationId="{48D03A98-3DF7-8BB2-6531-31F620E2DA87}"/>
          </ac:spMkLst>
        </pc:spChg>
        <pc:spChg chg="add del">
          <ac:chgData name="DANIEL ALBERTO PEREZ MORERA" userId="b71f61fa-2a10-40af-a76c-06b5b43d475d" providerId="ADAL" clId="{CCE38196-6549-48A5-B8F0-4FE1DF2DB2E5}" dt="2026-07-16T06:04:49.306" v="1443" actId="26606"/>
          <ac:spMkLst>
            <pc:docMk/>
            <pc:sldMk cId="2316958274" sldId="301"/>
            <ac:spMk id="17" creationId="{F240A2FC-E2C3-458D-96B4-5DF9028D93A5}"/>
          </ac:spMkLst>
        </pc:spChg>
        <pc:spChg chg="add del">
          <ac:chgData name="DANIEL ALBERTO PEREZ MORERA" userId="b71f61fa-2a10-40af-a76c-06b5b43d475d" providerId="ADAL" clId="{CCE38196-6549-48A5-B8F0-4FE1DF2DB2E5}" dt="2026-07-16T06:04:49.306" v="1443" actId="26606"/>
          <ac:spMkLst>
            <pc:docMk/>
            <pc:sldMk cId="2316958274" sldId="301"/>
            <ac:spMk id="19" creationId="{5F097929-F3D6-4D1F-8AFC-CF348171A9E1}"/>
          </ac:spMkLst>
        </pc:spChg>
        <pc:spChg chg="add del">
          <ac:chgData name="DANIEL ALBERTO PEREZ MORERA" userId="b71f61fa-2a10-40af-a76c-06b5b43d475d" providerId="ADAL" clId="{CCE38196-6549-48A5-B8F0-4FE1DF2DB2E5}" dt="2026-07-16T06:04:49.306" v="1443" actId="26606"/>
          <ac:spMkLst>
            <pc:docMk/>
            <pc:sldMk cId="2316958274" sldId="301"/>
            <ac:spMk id="23" creationId="{184CF176-5285-4F57-A3FF-F97742FC4D3D}"/>
          </ac:spMkLst>
        </pc:spChg>
        <pc:spChg chg="add del">
          <ac:chgData name="DANIEL ALBERTO PEREZ MORERA" userId="b71f61fa-2a10-40af-a76c-06b5b43d475d" providerId="ADAL" clId="{CCE38196-6549-48A5-B8F0-4FE1DF2DB2E5}" dt="2026-07-16T06:04:49.306" v="1443" actId="26606"/>
          <ac:spMkLst>
            <pc:docMk/>
            <pc:sldMk cId="2316958274" sldId="301"/>
            <ac:spMk id="27" creationId="{F936838B-2942-49A4-8369-F371A942284B}"/>
          </ac:spMkLst>
        </pc:spChg>
        <pc:spChg chg="add del">
          <ac:chgData name="DANIEL ALBERTO PEREZ MORERA" userId="b71f61fa-2a10-40af-a76c-06b5b43d475d" providerId="ADAL" clId="{CCE38196-6549-48A5-B8F0-4FE1DF2DB2E5}" dt="2026-07-16T06:04:49.306" v="1443" actId="26606"/>
          <ac:spMkLst>
            <pc:docMk/>
            <pc:sldMk cId="2316958274" sldId="301"/>
            <ac:spMk id="29" creationId="{459448C7-491D-4920-A6AA-C30F167D0980}"/>
          </ac:spMkLst>
        </pc:spChg>
        <pc:spChg chg="add">
          <ac:chgData name="DANIEL ALBERTO PEREZ MORERA" userId="b71f61fa-2a10-40af-a76c-06b5b43d475d" providerId="ADAL" clId="{CCE38196-6549-48A5-B8F0-4FE1DF2DB2E5}" dt="2026-07-16T06:04:49.306" v="1443" actId="26606"/>
          <ac:spMkLst>
            <pc:docMk/>
            <pc:sldMk cId="2316958274" sldId="301"/>
            <ac:spMk id="34" creationId="{F64BBAA4-C62B-4146-B49F-FE4CC4655EE0}"/>
          </ac:spMkLst>
        </pc:spChg>
        <pc:spChg chg="add">
          <ac:chgData name="DANIEL ALBERTO PEREZ MORERA" userId="b71f61fa-2a10-40af-a76c-06b5b43d475d" providerId="ADAL" clId="{CCE38196-6549-48A5-B8F0-4FE1DF2DB2E5}" dt="2026-07-16T06:04:49.306" v="1443" actId="26606"/>
          <ac:spMkLst>
            <pc:docMk/>
            <pc:sldMk cId="2316958274" sldId="301"/>
            <ac:spMk id="36" creationId="{77C34054-98F8-4229-885E-04C525969C5E}"/>
          </ac:spMkLst>
        </pc:spChg>
        <pc:spChg chg="add">
          <ac:chgData name="DANIEL ALBERTO PEREZ MORERA" userId="b71f61fa-2a10-40af-a76c-06b5b43d475d" providerId="ADAL" clId="{CCE38196-6549-48A5-B8F0-4FE1DF2DB2E5}" dt="2026-07-16T06:04:49.306" v="1443" actId="26606"/>
          <ac:spMkLst>
            <pc:docMk/>
            <pc:sldMk cId="2316958274" sldId="301"/>
            <ac:spMk id="38" creationId="{22AAB964-B835-4B93-A1F3-4A30D1F38589}"/>
          </ac:spMkLst>
        </pc:spChg>
        <pc:picChg chg="add">
          <ac:chgData name="DANIEL ALBERTO PEREZ MORERA" userId="b71f61fa-2a10-40af-a76c-06b5b43d475d" providerId="ADAL" clId="{CCE38196-6549-48A5-B8F0-4FE1DF2DB2E5}" dt="2026-07-16T06:03:37.351" v="1438" actId="22"/>
          <ac:picMkLst>
            <pc:docMk/>
            <pc:sldMk cId="2316958274" sldId="301"/>
            <ac:picMk id="5" creationId="{16B2296C-7873-7F91-6D78-1A722D08F6BD}"/>
          </ac:picMkLst>
        </pc:picChg>
      </pc:sldChg>
      <pc:sldChg chg="addSp delSp add del mod setBg delDesignElem">
        <pc:chgData name="DANIEL ALBERTO PEREZ MORERA" userId="b71f61fa-2a10-40af-a76c-06b5b43d475d" providerId="ADAL" clId="{CCE38196-6549-48A5-B8F0-4FE1DF2DB2E5}" dt="2026-07-16T06:04:21.928" v="1441" actId="47"/>
        <pc:sldMkLst>
          <pc:docMk/>
          <pc:sldMk cId="2893552561" sldId="302"/>
        </pc:sldMkLst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2893552561" sldId="302"/>
            <ac:spMk id="8" creationId="{C64CAAFA-2C03-6A67-AEDB-4F1E4D112EE1}"/>
          </ac:spMkLst>
        </pc:spChg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2893552561" sldId="302"/>
            <ac:spMk id="10" creationId="{2EFC9E3E-6FD5-83DF-D2C8-D76A82759FD7}"/>
          </ac:spMkLst>
        </pc:spChg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2893552561" sldId="302"/>
            <ac:spMk id="12" creationId="{0D1DA04D-B866-9CD4-5C44-E7CDC7535070}"/>
          </ac:spMkLst>
        </pc:spChg>
        <pc:picChg chg="del">
          <ac:chgData name="DANIEL ALBERTO PEREZ MORERA" userId="b71f61fa-2a10-40af-a76c-06b5b43d475d" providerId="ADAL" clId="{CCE38196-6549-48A5-B8F0-4FE1DF2DB2E5}" dt="2026-07-16T06:03:33.920" v="1437" actId="21"/>
          <ac:picMkLst>
            <pc:docMk/>
            <pc:sldMk cId="2893552561" sldId="302"/>
            <ac:picMk id="7" creationId="{825319BC-5D22-684F-B63A-DFD75BC06A48}"/>
          </ac:picMkLst>
        </pc:picChg>
      </pc:sldChg>
      <pc:sldChg chg="addSp delSp add del setBg delDesignElem">
        <pc:chgData name="DANIEL ALBERTO PEREZ MORERA" userId="b71f61fa-2a10-40af-a76c-06b5b43d475d" providerId="ADAL" clId="{CCE38196-6549-48A5-B8F0-4FE1DF2DB2E5}" dt="2026-07-16T06:04:45.990" v="1442" actId="47"/>
        <pc:sldMkLst>
          <pc:docMk/>
          <pc:sldMk cId="537548458" sldId="303"/>
        </pc:sldMkLst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537548458" sldId="303"/>
            <ac:spMk id="42" creationId="{0AB6E427-3F73-4C06-A5D5-AE52C3883B50}"/>
          </ac:spMkLst>
        </pc:spChg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537548458" sldId="303"/>
            <ac:spMk id="44" creationId="{D8C9BDAA-0390-4B39-9B5C-BC95E5120DA4}"/>
          </ac:spMkLst>
        </pc:spChg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537548458" sldId="303"/>
            <ac:spMk id="46" creationId="{F9DB1FE5-9D46-433B-99D1-2F1B8DC79855}"/>
          </ac:spMkLst>
        </pc:spChg>
      </pc:sldChg>
      <pc:sldChg chg="addSp delSp add del setBg delDesignElem">
        <pc:chgData name="DANIEL ALBERTO PEREZ MORERA" userId="b71f61fa-2a10-40af-a76c-06b5b43d475d" providerId="ADAL" clId="{CCE38196-6549-48A5-B8F0-4FE1DF2DB2E5}" dt="2026-07-16T06:04:45.990" v="1442" actId="47"/>
        <pc:sldMkLst>
          <pc:docMk/>
          <pc:sldMk cId="3842848267" sldId="304"/>
        </pc:sldMkLst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3842848267" sldId="304"/>
            <ac:spMk id="8" creationId="{D34A1399-D691-DB0C-81CB-A7C1D406497D}"/>
          </ac:spMkLst>
        </pc:spChg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3842848267" sldId="304"/>
            <ac:spMk id="10" creationId="{F7160D2C-BA96-3D54-7C2C-5518B856851C}"/>
          </ac:spMkLst>
        </pc:spChg>
        <pc:spChg chg="add del">
          <ac:chgData name="DANIEL ALBERTO PEREZ MORERA" userId="b71f61fa-2a10-40af-a76c-06b5b43d475d" providerId="ADAL" clId="{CCE38196-6549-48A5-B8F0-4FE1DF2DB2E5}" dt="2026-07-16T06:00:39.565" v="1388"/>
          <ac:spMkLst>
            <pc:docMk/>
            <pc:sldMk cId="3842848267" sldId="304"/>
            <ac:spMk id="12" creationId="{316234E3-A2E8-E0CD-71B3-484EF45BC024}"/>
          </ac:spMkLst>
        </pc:spChg>
      </pc:sldChg>
      <pc:sldChg chg="modSp add del mod">
        <pc:chgData name="DANIEL ALBERTO PEREZ MORERA" userId="b71f61fa-2a10-40af-a76c-06b5b43d475d" providerId="ADAL" clId="{CCE38196-6549-48A5-B8F0-4FE1DF2DB2E5}" dt="2026-07-16T06:07:24.643" v="1445" actId="20577"/>
        <pc:sldMkLst>
          <pc:docMk/>
          <pc:sldMk cId="1100032990" sldId="305"/>
        </pc:sldMkLst>
        <pc:spChg chg="mod">
          <ac:chgData name="DANIEL ALBERTO PEREZ MORERA" userId="b71f61fa-2a10-40af-a76c-06b5b43d475d" providerId="ADAL" clId="{CCE38196-6549-48A5-B8F0-4FE1DF2DB2E5}" dt="2026-07-16T06:07:24.643" v="1445" actId="20577"/>
          <ac:spMkLst>
            <pc:docMk/>
            <pc:sldMk cId="1100032990" sldId="305"/>
            <ac:spMk id="2" creationId="{4BBE17E8-EF35-FB7B-FD58-C47EEBE23416}"/>
          </ac:spMkLst>
        </pc:spChg>
      </pc:sldChg>
      <pc:sldChg chg="delSp modSp new mod ord">
        <pc:chgData name="DANIEL ALBERTO PEREZ MORERA" userId="b71f61fa-2a10-40af-a76c-06b5b43d475d" providerId="ADAL" clId="{CCE38196-6549-48A5-B8F0-4FE1DF2DB2E5}" dt="2026-07-16T06:03:04.538" v="1432"/>
        <pc:sldMkLst>
          <pc:docMk/>
          <pc:sldMk cId="2127555493" sldId="306"/>
        </pc:sldMkLst>
        <pc:spChg chg="del">
          <ac:chgData name="DANIEL ALBERTO PEREZ MORERA" userId="b71f61fa-2a10-40af-a76c-06b5b43d475d" providerId="ADAL" clId="{CCE38196-6549-48A5-B8F0-4FE1DF2DB2E5}" dt="2026-07-16T06:02:14.507" v="1420" actId="478"/>
          <ac:spMkLst>
            <pc:docMk/>
            <pc:sldMk cId="2127555493" sldId="306"/>
            <ac:spMk id="2" creationId="{84A6C008-5AC8-0C42-A059-0E0450A203D8}"/>
          </ac:spMkLst>
        </pc:spChg>
        <pc:spChg chg="mod">
          <ac:chgData name="DANIEL ALBERTO PEREZ MORERA" userId="b71f61fa-2a10-40af-a76c-06b5b43d475d" providerId="ADAL" clId="{CCE38196-6549-48A5-B8F0-4FE1DF2DB2E5}" dt="2026-07-16T06:02:20.846" v="1421" actId="1076"/>
          <ac:spMkLst>
            <pc:docMk/>
            <pc:sldMk cId="2127555493" sldId="306"/>
            <ac:spMk id="3" creationId="{6360CBAD-D95F-1304-326B-169AD5F4F16E}"/>
          </ac:spMkLst>
        </pc:spChg>
        <pc:spChg chg="mod">
          <ac:chgData name="DANIEL ALBERTO PEREZ MORERA" userId="b71f61fa-2a10-40af-a76c-06b5b43d475d" providerId="ADAL" clId="{CCE38196-6549-48A5-B8F0-4FE1DF2DB2E5}" dt="2026-07-16T06:02:55.957" v="1428" actId="27636"/>
          <ac:spMkLst>
            <pc:docMk/>
            <pc:sldMk cId="2127555493" sldId="306"/>
            <ac:spMk id="4" creationId="{630A6E6C-8B3C-3591-7F21-8CEB5C9D68EA}"/>
          </ac:spMkLst>
        </pc:spChg>
        <pc:spChg chg="mod">
          <ac:chgData name="DANIEL ALBERTO PEREZ MORERA" userId="b71f61fa-2a10-40af-a76c-06b5b43d475d" providerId="ADAL" clId="{CCE38196-6549-48A5-B8F0-4FE1DF2DB2E5}" dt="2026-07-16T06:02:24.467" v="1422" actId="1076"/>
          <ac:spMkLst>
            <pc:docMk/>
            <pc:sldMk cId="2127555493" sldId="306"/>
            <ac:spMk id="5" creationId="{14602828-D8B7-E075-4052-F4F10CD0D05C}"/>
          </ac:spMkLst>
        </pc:spChg>
        <pc:spChg chg="mod">
          <ac:chgData name="DANIEL ALBERTO PEREZ MORERA" userId="b71f61fa-2a10-40af-a76c-06b5b43d475d" providerId="ADAL" clId="{CCE38196-6549-48A5-B8F0-4FE1DF2DB2E5}" dt="2026-07-16T06:02:55.958" v="1429" actId="27636"/>
          <ac:spMkLst>
            <pc:docMk/>
            <pc:sldMk cId="2127555493" sldId="306"/>
            <ac:spMk id="6" creationId="{6C13F764-F738-847F-B987-D9A2D9A301C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C90678-B083-4435-9523-77FE5550A7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8EC7338-CCF4-4C10-9B8F-2463C6FDA765}">
      <dgm:prSet/>
      <dgm:spPr/>
      <dgm:t>
        <a:bodyPr/>
        <a:lstStyle/>
        <a:p>
          <a:r>
            <a:rPr lang="es-ES"/>
            <a:t>La función </a:t>
          </a:r>
          <a:r>
            <a:rPr lang="es-ES" i="1"/>
            <a:t>input()</a:t>
          </a:r>
          <a:r>
            <a:rPr lang="es-ES"/>
            <a:t> permite recibir datos ingresados por el usuario desde el teclado.</a:t>
          </a:r>
          <a:br>
            <a:rPr lang="es-ES"/>
          </a:br>
          <a:r>
            <a:rPr lang="es-ES"/>
            <a:t>El valor ingresado se guarda como texto.</a:t>
          </a:r>
          <a:endParaRPr lang="en-US"/>
        </a:p>
      </dgm:t>
    </dgm:pt>
    <dgm:pt modelId="{3A2C364A-06E7-4A09-8766-31160B04C57A}" type="parTrans" cxnId="{78CE1AB1-B45E-492A-A7AE-527D70CCF7AA}">
      <dgm:prSet/>
      <dgm:spPr/>
      <dgm:t>
        <a:bodyPr/>
        <a:lstStyle/>
        <a:p>
          <a:endParaRPr lang="en-US"/>
        </a:p>
      </dgm:t>
    </dgm:pt>
    <dgm:pt modelId="{E41F3224-EC7E-4A7F-BD4C-6B49B7FF5D57}" type="sibTrans" cxnId="{78CE1AB1-B45E-492A-A7AE-527D70CCF7AA}">
      <dgm:prSet/>
      <dgm:spPr/>
      <dgm:t>
        <a:bodyPr/>
        <a:lstStyle/>
        <a:p>
          <a:endParaRPr lang="en-US"/>
        </a:p>
      </dgm:t>
    </dgm:pt>
    <dgm:pt modelId="{BE466355-2A86-406E-B6C6-6D67EA7B489E}">
      <dgm:prSet/>
      <dgm:spPr/>
      <dgm:t>
        <a:bodyPr/>
        <a:lstStyle/>
        <a:p>
          <a:r>
            <a:rPr lang="es-ES"/>
            <a:t>La función </a:t>
          </a:r>
          <a:r>
            <a:rPr lang="es-ES" i="1"/>
            <a:t>print()</a:t>
          </a:r>
          <a:r>
            <a:rPr lang="es-ES"/>
            <a:t> permite mostrar información o mensajes en la pantalla.</a:t>
          </a:r>
          <a:endParaRPr lang="en-US"/>
        </a:p>
      </dgm:t>
    </dgm:pt>
    <dgm:pt modelId="{DCA8AB81-5B52-477C-87A1-98F7A0330B8D}" type="parTrans" cxnId="{F461C137-6B21-4E53-872E-32B189B8B1DE}">
      <dgm:prSet/>
      <dgm:spPr/>
      <dgm:t>
        <a:bodyPr/>
        <a:lstStyle/>
        <a:p>
          <a:endParaRPr lang="en-US"/>
        </a:p>
      </dgm:t>
    </dgm:pt>
    <dgm:pt modelId="{C523059E-D04B-4EB5-9710-8045CA3C9E6D}" type="sibTrans" cxnId="{F461C137-6B21-4E53-872E-32B189B8B1DE}">
      <dgm:prSet/>
      <dgm:spPr/>
      <dgm:t>
        <a:bodyPr/>
        <a:lstStyle/>
        <a:p>
          <a:endParaRPr lang="en-US"/>
        </a:p>
      </dgm:t>
    </dgm:pt>
    <dgm:pt modelId="{414807BE-9CB1-4D53-954C-A21AF4CDDFCD}" type="pres">
      <dgm:prSet presAssocID="{1BC90678-B083-4435-9523-77FE5550A772}" presName="root" presStyleCnt="0">
        <dgm:presLayoutVars>
          <dgm:dir/>
          <dgm:resizeHandles val="exact"/>
        </dgm:presLayoutVars>
      </dgm:prSet>
      <dgm:spPr/>
    </dgm:pt>
    <dgm:pt modelId="{B034ED55-C36E-454D-92E3-FE7A213305AA}" type="pres">
      <dgm:prSet presAssocID="{58EC7338-CCF4-4C10-9B8F-2463C6FDA765}" presName="compNode" presStyleCnt="0"/>
      <dgm:spPr/>
    </dgm:pt>
    <dgm:pt modelId="{DE7AFF87-7A88-4DE3-A8C2-848AA3DDD6B8}" type="pres">
      <dgm:prSet presAssocID="{58EC7338-CCF4-4C10-9B8F-2463C6FDA765}" presName="bgRect" presStyleLbl="bgShp" presStyleIdx="0" presStyleCnt="2"/>
      <dgm:spPr/>
    </dgm:pt>
    <dgm:pt modelId="{2DF17503-6A2D-499A-85B1-BD7F44E7263A}" type="pres">
      <dgm:prSet presAssocID="{58EC7338-CCF4-4C10-9B8F-2463C6FDA765}" presName="iconRect" presStyleLbl="nod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board with solid fill"/>
        </a:ext>
      </dgm:extLst>
    </dgm:pt>
    <dgm:pt modelId="{F36AE622-B18C-4981-929F-F1C264832533}" type="pres">
      <dgm:prSet presAssocID="{58EC7338-CCF4-4C10-9B8F-2463C6FDA765}" presName="spaceRect" presStyleCnt="0"/>
      <dgm:spPr/>
    </dgm:pt>
    <dgm:pt modelId="{4F4F7FBF-6CA5-4826-9569-9B07905A8695}" type="pres">
      <dgm:prSet presAssocID="{58EC7338-CCF4-4C10-9B8F-2463C6FDA765}" presName="parTx" presStyleLbl="revTx" presStyleIdx="0" presStyleCnt="2">
        <dgm:presLayoutVars>
          <dgm:chMax val="0"/>
          <dgm:chPref val="0"/>
        </dgm:presLayoutVars>
      </dgm:prSet>
      <dgm:spPr/>
    </dgm:pt>
    <dgm:pt modelId="{04FE0FD6-FBFE-4365-BB87-A3651B4B5E72}" type="pres">
      <dgm:prSet presAssocID="{E41F3224-EC7E-4A7F-BD4C-6B49B7FF5D57}" presName="sibTrans" presStyleCnt="0"/>
      <dgm:spPr/>
    </dgm:pt>
    <dgm:pt modelId="{B3030743-D022-4EC9-8F6C-F47E046551B4}" type="pres">
      <dgm:prSet presAssocID="{BE466355-2A86-406E-B6C6-6D67EA7B489E}" presName="compNode" presStyleCnt="0"/>
      <dgm:spPr/>
    </dgm:pt>
    <dgm:pt modelId="{B2D7530D-4B3D-4715-ADEB-423EB089EE81}" type="pres">
      <dgm:prSet presAssocID="{BE466355-2A86-406E-B6C6-6D67EA7B489E}" presName="bgRect" presStyleLbl="bgShp" presStyleIdx="1" presStyleCnt="2"/>
      <dgm:spPr/>
    </dgm:pt>
    <dgm:pt modelId="{056267EA-77CB-43AE-B931-B5D49197C8F4}" type="pres">
      <dgm:prSet presAssocID="{BE466355-2A86-406E-B6C6-6D67EA7B489E}" presName="iconRect" presStyleLbl="nod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 with solid fill"/>
        </a:ext>
      </dgm:extLst>
    </dgm:pt>
    <dgm:pt modelId="{1760CB10-1438-4F7D-A679-1985F5B404CF}" type="pres">
      <dgm:prSet presAssocID="{BE466355-2A86-406E-B6C6-6D67EA7B489E}" presName="spaceRect" presStyleCnt="0"/>
      <dgm:spPr/>
    </dgm:pt>
    <dgm:pt modelId="{3C02B988-D288-444F-A491-5BC2AD2CCFD9}" type="pres">
      <dgm:prSet presAssocID="{BE466355-2A86-406E-B6C6-6D67EA7B489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B1FE321-E72C-4C7C-9FEA-56F0C1859669}" type="presOf" srcId="{1BC90678-B083-4435-9523-77FE5550A772}" destId="{414807BE-9CB1-4D53-954C-A21AF4CDDFCD}" srcOrd="0" destOrd="0" presId="urn:microsoft.com/office/officeart/2018/2/layout/IconVerticalSolidList"/>
    <dgm:cxn modelId="{F461C137-6B21-4E53-872E-32B189B8B1DE}" srcId="{1BC90678-B083-4435-9523-77FE5550A772}" destId="{BE466355-2A86-406E-B6C6-6D67EA7B489E}" srcOrd="1" destOrd="0" parTransId="{DCA8AB81-5B52-477C-87A1-98F7A0330B8D}" sibTransId="{C523059E-D04B-4EB5-9710-8045CA3C9E6D}"/>
    <dgm:cxn modelId="{4D04FF37-D448-4957-9BC3-917E857E763B}" type="presOf" srcId="{58EC7338-CCF4-4C10-9B8F-2463C6FDA765}" destId="{4F4F7FBF-6CA5-4826-9569-9B07905A8695}" srcOrd="0" destOrd="0" presId="urn:microsoft.com/office/officeart/2018/2/layout/IconVerticalSolidList"/>
    <dgm:cxn modelId="{76806D50-9882-4A79-8454-7A3D44F60679}" type="presOf" srcId="{BE466355-2A86-406E-B6C6-6D67EA7B489E}" destId="{3C02B988-D288-444F-A491-5BC2AD2CCFD9}" srcOrd="0" destOrd="0" presId="urn:microsoft.com/office/officeart/2018/2/layout/IconVerticalSolidList"/>
    <dgm:cxn modelId="{78CE1AB1-B45E-492A-A7AE-527D70CCF7AA}" srcId="{1BC90678-B083-4435-9523-77FE5550A772}" destId="{58EC7338-CCF4-4C10-9B8F-2463C6FDA765}" srcOrd="0" destOrd="0" parTransId="{3A2C364A-06E7-4A09-8766-31160B04C57A}" sibTransId="{E41F3224-EC7E-4A7F-BD4C-6B49B7FF5D57}"/>
    <dgm:cxn modelId="{4A17C82F-BCDE-436B-9B6F-97EED8EE9E29}" type="presParOf" srcId="{414807BE-9CB1-4D53-954C-A21AF4CDDFCD}" destId="{B034ED55-C36E-454D-92E3-FE7A213305AA}" srcOrd="0" destOrd="0" presId="urn:microsoft.com/office/officeart/2018/2/layout/IconVerticalSolidList"/>
    <dgm:cxn modelId="{D0712E3E-5D45-427E-B6B1-3CCD3C261E6B}" type="presParOf" srcId="{B034ED55-C36E-454D-92E3-FE7A213305AA}" destId="{DE7AFF87-7A88-4DE3-A8C2-848AA3DDD6B8}" srcOrd="0" destOrd="0" presId="urn:microsoft.com/office/officeart/2018/2/layout/IconVerticalSolidList"/>
    <dgm:cxn modelId="{AA32E4D0-3F9B-4F03-941D-2BBCD1674742}" type="presParOf" srcId="{B034ED55-C36E-454D-92E3-FE7A213305AA}" destId="{2DF17503-6A2D-499A-85B1-BD7F44E7263A}" srcOrd="1" destOrd="0" presId="urn:microsoft.com/office/officeart/2018/2/layout/IconVerticalSolidList"/>
    <dgm:cxn modelId="{6705749F-95FF-46DB-9EC9-AAAB515E1840}" type="presParOf" srcId="{B034ED55-C36E-454D-92E3-FE7A213305AA}" destId="{F36AE622-B18C-4981-929F-F1C264832533}" srcOrd="2" destOrd="0" presId="urn:microsoft.com/office/officeart/2018/2/layout/IconVerticalSolidList"/>
    <dgm:cxn modelId="{41B5F67C-DA30-46FB-A2E0-5008501C0DEF}" type="presParOf" srcId="{B034ED55-C36E-454D-92E3-FE7A213305AA}" destId="{4F4F7FBF-6CA5-4826-9569-9B07905A8695}" srcOrd="3" destOrd="0" presId="urn:microsoft.com/office/officeart/2018/2/layout/IconVerticalSolidList"/>
    <dgm:cxn modelId="{DF02BEEB-E06C-48F7-AF2A-44648DC20C94}" type="presParOf" srcId="{414807BE-9CB1-4D53-954C-A21AF4CDDFCD}" destId="{04FE0FD6-FBFE-4365-BB87-A3651B4B5E72}" srcOrd="1" destOrd="0" presId="urn:microsoft.com/office/officeart/2018/2/layout/IconVerticalSolidList"/>
    <dgm:cxn modelId="{EE4652FB-2FD5-47CF-8CA0-1827FBC6F518}" type="presParOf" srcId="{414807BE-9CB1-4D53-954C-A21AF4CDDFCD}" destId="{B3030743-D022-4EC9-8F6C-F47E046551B4}" srcOrd="2" destOrd="0" presId="urn:microsoft.com/office/officeart/2018/2/layout/IconVerticalSolidList"/>
    <dgm:cxn modelId="{C096AEAB-53E2-4557-A127-5753CF8C3016}" type="presParOf" srcId="{B3030743-D022-4EC9-8F6C-F47E046551B4}" destId="{B2D7530D-4B3D-4715-ADEB-423EB089EE81}" srcOrd="0" destOrd="0" presId="urn:microsoft.com/office/officeart/2018/2/layout/IconVerticalSolidList"/>
    <dgm:cxn modelId="{23DCEABC-3931-48D5-A06D-33012B52FC72}" type="presParOf" srcId="{B3030743-D022-4EC9-8F6C-F47E046551B4}" destId="{056267EA-77CB-43AE-B931-B5D49197C8F4}" srcOrd="1" destOrd="0" presId="urn:microsoft.com/office/officeart/2018/2/layout/IconVerticalSolidList"/>
    <dgm:cxn modelId="{56822400-9063-4F87-AD06-97764165E337}" type="presParOf" srcId="{B3030743-D022-4EC9-8F6C-F47E046551B4}" destId="{1760CB10-1438-4F7D-A679-1985F5B404CF}" srcOrd="2" destOrd="0" presId="urn:microsoft.com/office/officeart/2018/2/layout/IconVerticalSolidList"/>
    <dgm:cxn modelId="{57B986D5-F46A-4F3D-B510-387EE41046B5}" type="presParOf" srcId="{B3030743-D022-4EC9-8F6C-F47E046551B4}" destId="{3C02B988-D288-444F-A491-5BC2AD2CCFD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7AFF87-7A88-4DE3-A8C2-848AA3DDD6B8}">
      <dsp:nvSpPr>
        <dsp:cNvPr id="0" name=""/>
        <dsp:cNvSpPr/>
      </dsp:nvSpPr>
      <dsp:spPr>
        <a:xfrm>
          <a:off x="0" y="820856"/>
          <a:ext cx="6910387" cy="15154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F17503-6A2D-499A-85B1-BD7F44E7263A}">
      <dsp:nvSpPr>
        <dsp:cNvPr id="0" name=""/>
        <dsp:cNvSpPr/>
      </dsp:nvSpPr>
      <dsp:spPr>
        <a:xfrm>
          <a:off x="458416" y="1161827"/>
          <a:ext cx="833485" cy="83348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F7FBF-6CA5-4826-9569-9B07905A8695}">
      <dsp:nvSpPr>
        <dsp:cNvPr id="0" name=""/>
        <dsp:cNvSpPr/>
      </dsp:nvSpPr>
      <dsp:spPr>
        <a:xfrm>
          <a:off x="1750318" y="820856"/>
          <a:ext cx="5160068" cy="1515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383" tIns="160383" rIns="160383" bIns="1603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La función </a:t>
          </a:r>
          <a:r>
            <a:rPr lang="es-ES" sz="2200" i="1" kern="1200"/>
            <a:t>input()</a:t>
          </a:r>
          <a:r>
            <a:rPr lang="es-ES" sz="2200" kern="1200"/>
            <a:t> permite recibir datos ingresados por el usuario desde el teclado.</a:t>
          </a:r>
          <a:br>
            <a:rPr lang="es-ES" sz="2200" kern="1200"/>
          </a:br>
          <a:r>
            <a:rPr lang="es-ES" sz="2200" kern="1200"/>
            <a:t>El valor ingresado se guarda como texto.</a:t>
          </a:r>
          <a:endParaRPr lang="en-US" sz="2200" kern="1200"/>
        </a:p>
      </dsp:txBody>
      <dsp:txXfrm>
        <a:off x="1750318" y="820856"/>
        <a:ext cx="5160068" cy="1515427"/>
      </dsp:txXfrm>
    </dsp:sp>
    <dsp:sp modelId="{B2D7530D-4B3D-4715-ADEB-423EB089EE81}">
      <dsp:nvSpPr>
        <dsp:cNvPr id="0" name=""/>
        <dsp:cNvSpPr/>
      </dsp:nvSpPr>
      <dsp:spPr>
        <a:xfrm>
          <a:off x="0" y="2715140"/>
          <a:ext cx="6910387" cy="151542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6267EA-77CB-43AE-B931-B5D49197C8F4}">
      <dsp:nvSpPr>
        <dsp:cNvPr id="0" name=""/>
        <dsp:cNvSpPr/>
      </dsp:nvSpPr>
      <dsp:spPr>
        <a:xfrm>
          <a:off x="458416" y="3056112"/>
          <a:ext cx="833485" cy="83348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02B988-D288-444F-A491-5BC2AD2CCFD9}">
      <dsp:nvSpPr>
        <dsp:cNvPr id="0" name=""/>
        <dsp:cNvSpPr/>
      </dsp:nvSpPr>
      <dsp:spPr>
        <a:xfrm>
          <a:off x="1750318" y="2715140"/>
          <a:ext cx="5160068" cy="1515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383" tIns="160383" rIns="160383" bIns="1603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La función </a:t>
          </a:r>
          <a:r>
            <a:rPr lang="es-ES" sz="2200" i="1" kern="1200"/>
            <a:t>print()</a:t>
          </a:r>
          <a:r>
            <a:rPr lang="es-ES" sz="2200" kern="1200"/>
            <a:t> permite mostrar información o mensajes en la pantalla.</a:t>
          </a:r>
          <a:endParaRPr lang="en-US" sz="2200" kern="1200"/>
        </a:p>
      </dsp:txBody>
      <dsp:txXfrm>
        <a:off x="1750318" y="2715140"/>
        <a:ext cx="5160068" cy="15154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73BB4-624C-4056-8D37-621F995BF4B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39530-64A9-4925-8D5E-E0CCBAA79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6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8D99-1E4F-E6EE-4169-A7F3E596D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F5D30A-AE02-3BF6-8F14-740FDB3BF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04F746-3045-1353-AC3C-E9CEE859E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B3262-4C50-6417-35AD-8D10A9A33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83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BBF3A-58E5-1D15-47EC-B2C302C6F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50A65E-0FF3-CD43-9A7E-0C27A2DC5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538E1-9822-84D0-F683-06E0B928E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21670-C699-0B5A-660B-A9ACF11BE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99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EC34A-D877-C9B1-1412-277D21B2A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11825-B73E-928D-10E4-944666099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818CE5-F1EB-A62C-5712-D79D806BC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DAF45-4AAD-7838-9137-9FFAA807A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402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439530-64A9-4925-8D5E-E0CCBAA792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66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26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0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88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4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2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3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5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1ECB181-E4EF-43AF-A2BE-59DB96048CA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41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5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3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5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1ECB181-E4EF-43AF-A2BE-59DB96048CA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3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DC1A-6045-17E2-6EDD-50C40FEC5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n-US" dirty="0" err="1"/>
              <a:t>Manejo</a:t>
            </a:r>
            <a:r>
              <a:rPr lang="en-US" dirty="0"/>
              <a:t> de </a:t>
            </a:r>
            <a:r>
              <a:rPr lang="en-US" dirty="0" err="1"/>
              <a:t>datos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D2767-C243-3E7C-4D5B-39E139A13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Bach. Daniel Pérez Morera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55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C98DB1-9D18-44EB-3FAD-115B8F760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2428706"/>
          </a:xfrm>
        </p:spPr>
        <p:txBody>
          <a:bodyPr anchor="ctr">
            <a:normAutofit/>
          </a:bodyPr>
          <a:lstStyle/>
          <a:p>
            <a:r>
              <a:rPr lang="es-ES" sz="3600" b="1" dirty="0">
                <a:solidFill>
                  <a:srgbClr val="FFFFFF"/>
                </a:solidFill>
              </a:rPr>
              <a:t>Variables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648D67-443F-2668-53E2-F45BB2D0A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406" y="1329617"/>
            <a:ext cx="4915586" cy="80021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B594B82-AAFD-29A0-3C7D-B986AF77BC0C}"/>
              </a:ext>
            </a:extLst>
          </p:cNvPr>
          <p:cNvSpPr txBox="1">
            <a:spLocks/>
          </p:cNvSpPr>
          <p:nvPr/>
        </p:nvSpPr>
        <p:spPr>
          <a:xfrm>
            <a:off x="492370" y="3563073"/>
            <a:ext cx="3084844" cy="2269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600" b="1" dirty="0">
                <a:solidFill>
                  <a:srgbClr val="FFFFFF"/>
                </a:solidFill>
              </a:rPr>
              <a:t>Tipos de Datos Básicos</a:t>
            </a:r>
            <a:endParaRPr lang="en-US" sz="3600" b="1" dirty="0">
              <a:solidFill>
                <a:srgbClr val="FFFFFF"/>
              </a:solidFill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1B39CE9-11B5-0BD9-9B55-A59A10F0C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520922"/>
              </p:ext>
            </p:extLst>
          </p:nvPr>
        </p:nvGraphicFramePr>
        <p:xfrm>
          <a:off x="4646559" y="3143143"/>
          <a:ext cx="716727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886">
                  <a:extLst>
                    <a:ext uri="{9D8B030D-6E8A-4147-A177-3AD203B41FA5}">
                      <a16:colId xmlns:a16="http://schemas.microsoft.com/office/drawing/2014/main" val="356933055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872834017"/>
                    </a:ext>
                  </a:extLst>
                </a:gridCol>
                <a:gridCol w="4296696">
                  <a:extLst>
                    <a:ext uri="{9D8B030D-6E8A-4147-A177-3AD203B41FA5}">
                      <a16:colId xmlns:a16="http://schemas.microsoft.com/office/drawing/2014/main" val="2753271561"/>
                    </a:ext>
                  </a:extLst>
                </a:gridCol>
              </a:tblGrid>
              <a:tr h="237558">
                <a:tc>
                  <a:txBody>
                    <a:bodyPr/>
                    <a:lstStyle/>
                    <a:p>
                      <a:r>
                        <a:rPr lang="en-US" dirty="0"/>
                        <a:t>Tipo Gen</a:t>
                      </a:r>
                      <a:r>
                        <a:rPr lang="es-CR" dirty="0"/>
                        <a:t>érico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Nombre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Descripción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139535"/>
                  </a:ext>
                </a:extLst>
              </a:tr>
              <a:tr h="237558">
                <a:tc>
                  <a:txBody>
                    <a:bodyPr/>
                    <a:lstStyle/>
                    <a:p>
                      <a:r>
                        <a:rPr lang="es-CR" dirty="0"/>
                        <a:t>Texto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Valores de </a:t>
                      </a:r>
                      <a:r>
                        <a:rPr lang="en-US" dirty="0" err="1"/>
                        <a:t>tipo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texto</a:t>
                      </a:r>
                      <a:r>
                        <a:rPr lang="en-US" dirty="0"/>
                        <a:t> (strings) para </a:t>
                      </a:r>
                      <a:r>
                        <a:rPr lang="en-US" dirty="0" err="1"/>
                        <a:t>representar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cadenas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caracteres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4488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" sz="1800">
                          <a:solidFill>
                            <a:schemeClr val="dk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Barlow"/>
                        </a:rPr>
                        <a:t>Numérico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Representan números enteros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8556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Barlow"/>
                        </a:rPr>
                        <a:t>Numérico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float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Representan números con punto decimal.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971925"/>
                  </a:ext>
                </a:extLst>
              </a:tr>
              <a:tr h="237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1800" dirty="0">
                          <a:solidFill>
                            <a:schemeClr val="dk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Barlow"/>
                        </a:rPr>
                        <a:t>Booleano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bool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Representan valores de verdadero o falso.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59061"/>
                  </a:ext>
                </a:extLst>
              </a:tr>
              <a:tr h="237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1800" dirty="0">
                          <a:solidFill>
                            <a:schemeClr val="dk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Barlow"/>
                        </a:rPr>
                        <a:t>Lista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Tipo de dato que permite almacenar múltiples valores en una sola variable.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592743"/>
                  </a:ext>
                </a:extLst>
              </a:tr>
              <a:tr h="237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1800" dirty="0">
                          <a:solidFill>
                            <a:schemeClr val="dk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Barlow"/>
                        </a:rPr>
                        <a:t>Diccionario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Almacena información en pares clave–valor.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938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970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EBE25D-E2B5-0FDE-8CDC-08DD7918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775F992-C29E-501F-CDC5-1557F14F3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5100D9-9FD3-CC21-F13E-AB8BFB082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E8499-2C50-3A29-9C2B-77B0E314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MX" sz="3600" b="1" dirty="0">
                <a:solidFill>
                  <a:srgbClr val="FFFFFF"/>
                </a:solidFill>
              </a:rPr>
              <a:t>Operadores Aritméticos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09DF08-B843-084F-A11A-AF1C501EF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3C9BF9-6180-421C-03E4-FD755BCEB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957640"/>
              </p:ext>
            </p:extLst>
          </p:nvPr>
        </p:nvGraphicFramePr>
        <p:xfrm>
          <a:off x="4246213" y="1120175"/>
          <a:ext cx="7797967" cy="458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368">
                  <a:extLst>
                    <a:ext uri="{9D8B030D-6E8A-4147-A177-3AD203B41FA5}">
                      <a16:colId xmlns:a16="http://schemas.microsoft.com/office/drawing/2014/main" val="2179991157"/>
                    </a:ext>
                  </a:extLst>
                </a:gridCol>
                <a:gridCol w="1691148">
                  <a:extLst>
                    <a:ext uri="{9D8B030D-6E8A-4147-A177-3AD203B41FA5}">
                      <a16:colId xmlns:a16="http://schemas.microsoft.com/office/drawing/2014/main" val="214820527"/>
                    </a:ext>
                  </a:extLst>
                </a:gridCol>
                <a:gridCol w="4994451">
                  <a:extLst>
                    <a:ext uri="{9D8B030D-6E8A-4147-A177-3AD203B41FA5}">
                      <a16:colId xmlns:a16="http://schemas.microsoft.com/office/drawing/2014/main" val="2235179019"/>
                    </a:ext>
                  </a:extLst>
                </a:gridCol>
              </a:tblGrid>
              <a:tr h="607480"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Operador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Descripción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623632"/>
                  </a:ext>
                </a:extLst>
              </a:tr>
              <a:tr h="392184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Suma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Suma dos valores numéricos</a:t>
                      </a: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138468024"/>
                  </a:ext>
                </a:extLst>
              </a:tr>
              <a:tr h="392184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Resta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Resta dos valores numéricos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354380857"/>
                  </a:ext>
                </a:extLst>
              </a:tr>
              <a:tr h="392184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Multiplicación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Multiplica dos valores numéricos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4178624497"/>
                  </a:ext>
                </a:extLst>
              </a:tr>
              <a:tr h="653646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División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Divide dos valores, brindando el resultado con decimales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3172128844"/>
                  </a:ext>
                </a:extLst>
              </a:tr>
              <a:tr h="653646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Módulo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Divide dos valores numéricos y el resultado corresponde al residuo del valor obtenido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2527390327"/>
                  </a:ext>
                </a:extLst>
              </a:tr>
              <a:tr h="653646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//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División entera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Divide dos valores numéricos y el resultado corresponde a la parte entera del valor obtenido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3676485485"/>
                  </a:ext>
                </a:extLst>
              </a:tr>
              <a:tr h="653646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Exponenciación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Eleva el primer operador a la potencia indicada por el segundo operador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90858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4634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D3395C-0918-4358-8264-946AA910F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A47EDE-3C4C-C88E-672C-F9FB33984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B3074F-2368-B3D6-EEA2-EB0E119D0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AAB60-21CD-3071-FE5A-3ECFF1B7E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79" y="1104521"/>
            <a:ext cx="3084844" cy="1734181"/>
          </a:xfrm>
        </p:spPr>
        <p:txBody>
          <a:bodyPr anchor="ctr">
            <a:normAutofit/>
          </a:bodyPr>
          <a:lstStyle/>
          <a:p>
            <a:r>
              <a:rPr lang="es-MX" sz="3600" b="1" dirty="0">
                <a:solidFill>
                  <a:srgbClr val="FFFFFF"/>
                </a:solidFill>
              </a:rPr>
              <a:t>Operadores Lógicos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4AC452-6DCF-089C-D438-12DE82454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65C1A3-4F7D-9F05-DE9F-7CF4FEEEC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596536"/>
              </p:ext>
            </p:extLst>
          </p:nvPr>
        </p:nvGraphicFramePr>
        <p:xfrm>
          <a:off x="4913576" y="471475"/>
          <a:ext cx="6461116" cy="3000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178">
                  <a:extLst>
                    <a:ext uri="{9D8B030D-6E8A-4147-A177-3AD203B41FA5}">
                      <a16:colId xmlns:a16="http://schemas.microsoft.com/office/drawing/2014/main" val="2179991157"/>
                    </a:ext>
                  </a:extLst>
                </a:gridCol>
                <a:gridCol w="5334938">
                  <a:extLst>
                    <a:ext uri="{9D8B030D-6E8A-4147-A177-3AD203B41FA5}">
                      <a16:colId xmlns:a16="http://schemas.microsoft.com/office/drawing/2014/main" val="214820527"/>
                    </a:ext>
                  </a:extLst>
                </a:gridCol>
              </a:tblGrid>
              <a:tr h="417661"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Operador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Descripción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623632"/>
                  </a:ext>
                </a:extLst>
              </a:tr>
              <a:tr h="33421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==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Si los operadores son iguales</a:t>
                      </a: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138468024"/>
                  </a:ext>
                </a:extLst>
              </a:tr>
              <a:tr h="33421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!=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Si los operadores son diferentes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354380857"/>
                  </a:ext>
                </a:extLst>
              </a:tr>
              <a:tr h="33421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&gt;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Si el primer operador es mayor al segundo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4178624497"/>
                  </a:ext>
                </a:extLst>
              </a:tr>
              <a:tr h="4494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&gt;=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Si el primer operador es mayor o igual al segundo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3172128844"/>
                  </a:ext>
                </a:extLst>
              </a:tr>
              <a:tr h="4494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&lt;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Si el primer operador es menor al segundo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2527390327"/>
                  </a:ext>
                </a:extLst>
              </a:tr>
              <a:tr h="4494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&lt;=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Si el primer operador es menor o igual al segundo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3676485485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AA137265-62B2-7A28-FA50-26FC1DA27FC0}"/>
              </a:ext>
            </a:extLst>
          </p:cNvPr>
          <p:cNvSpPr txBox="1">
            <a:spLocks/>
          </p:cNvSpPr>
          <p:nvPr/>
        </p:nvSpPr>
        <p:spPr>
          <a:xfrm>
            <a:off x="550479" y="4110741"/>
            <a:ext cx="3084844" cy="1902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600" b="1" dirty="0">
                <a:solidFill>
                  <a:srgbClr val="FFFFFF"/>
                </a:solidFill>
              </a:rPr>
              <a:t>Operadores de Comparación</a:t>
            </a:r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72B4AF32-B85D-2C6E-FA44-E947A8D7D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403101"/>
              </p:ext>
            </p:extLst>
          </p:nvPr>
        </p:nvGraphicFramePr>
        <p:xfrm>
          <a:off x="4913576" y="4347990"/>
          <a:ext cx="6461116" cy="1841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178">
                  <a:extLst>
                    <a:ext uri="{9D8B030D-6E8A-4147-A177-3AD203B41FA5}">
                      <a16:colId xmlns:a16="http://schemas.microsoft.com/office/drawing/2014/main" val="2179991157"/>
                    </a:ext>
                  </a:extLst>
                </a:gridCol>
                <a:gridCol w="5334938">
                  <a:extLst>
                    <a:ext uri="{9D8B030D-6E8A-4147-A177-3AD203B41FA5}">
                      <a16:colId xmlns:a16="http://schemas.microsoft.com/office/drawing/2014/main" val="214820527"/>
                    </a:ext>
                  </a:extLst>
                </a:gridCol>
              </a:tblGrid>
              <a:tr h="607480"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Operador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Descripción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623632"/>
                  </a:ext>
                </a:extLst>
              </a:tr>
              <a:tr h="3921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and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Devuelve True si todas las expresiones son verdaderas</a:t>
                      </a: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138468024"/>
                  </a:ext>
                </a:extLst>
              </a:tr>
              <a:tr h="3921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or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Devuelve False si todas las expresiones son falsas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354380857"/>
                  </a:ext>
                </a:extLst>
              </a:tr>
              <a:tr h="3921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not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Invierte el valor de la expresión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4178624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098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758543-E160-4370-C1C4-C30EB59A1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03E59AE-44F8-4FB9-BF05-C888FE3E1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72D7B-F89E-3608-0993-995BED882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7212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es-ES" b="1"/>
              <a:t>Entrada y salida básica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194563F-A66F-4B71-9C8D-5610CF13D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03595A-19F1-44C4-8C24-6E498B5F7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70E26A3E-CA8F-EFF0-3BAD-0E2B4A2E5E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1224924"/>
              </p:ext>
            </p:extLst>
          </p:nvPr>
        </p:nvGraphicFramePr>
        <p:xfrm>
          <a:off x="633413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73553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DC1A-6045-17E2-6EDD-50C40FEC5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n-US" dirty="0" err="1"/>
              <a:t>Estructuras</a:t>
            </a:r>
            <a:r>
              <a:rPr lang="en-US" dirty="0"/>
              <a:t> de control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D2767-C243-3E7C-4D5B-39E139A13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Bach. Daniel Pérez Morera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25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5B7E-443B-3557-C726-AA015B281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8">
            <a:extLst>
              <a:ext uri="{FF2B5EF4-FFF2-40B4-BE49-F238E27FC236}">
                <a16:creationId xmlns:a16="http://schemas.microsoft.com/office/drawing/2014/main" id="{7F23EF37-19EC-4973-A7AF-4BBF68646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613B43-3E56-F49E-E792-D383C67A54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471" b="-3"/>
          <a:stretch>
            <a:fillRect/>
          </a:stretch>
        </p:blipFill>
        <p:spPr>
          <a:xfrm>
            <a:off x="641276" y="557186"/>
            <a:ext cx="4013020" cy="222875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B13DAD1-29C8-656A-8E2D-EEC8270512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26" b="3"/>
          <a:stretch>
            <a:fillRect/>
          </a:stretch>
        </p:blipFill>
        <p:spPr>
          <a:xfrm>
            <a:off x="643467" y="2957665"/>
            <a:ext cx="4010830" cy="334313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970F08A-B479-09E4-3A47-F8A2F26AF1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158" b="1"/>
          <a:stretch>
            <a:fillRect/>
          </a:stretch>
        </p:blipFill>
        <p:spPr>
          <a:xfrm>
            <a:off x="4846823" y="557189"/>
            <a:ext cx="6701710" cy="574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006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A720C-A757-D82E-3E6C-DCBDCC38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E14809C-AB06-455C-9E09-733EC00DD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612D73-1056-4289-A977-92C9190C7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4C5A9E5-0F35-4AA6-AF26-B90A2D47B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B6C317C-160E-683E-DA58-24C40875C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11809"/>
            <a:ext cx="5291666" cy="251354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E02202C-3E8A-8ABF-3FEE-5CD7790B1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6" y="2143319"/>
            <a:ext cx="5291666" cy="205052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4D9DB69D-7E48-4FDF-806E-F0B4BF00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46BF69C-4724-4F8D-8EA6-1487E9C9C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59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B2C497-3F64-91C9-9AEA-2AEA9E59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55FBA7-7196-B941-A5F9-2C65CB915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2961800" cy="2111477"/>
          </a:xfrm>
        </p:spPr>
        <p:txBody>
          <a:bodyPr>
            <a:normAutofit/>
          </a:bodyPr>
          <a:lstStyle/>
          <a:p>
            <a:r>
              <a:rPr lang="en-US" sz="4000" b="1"/>
              <a:t>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6333C-A51E-2389-1F2A-2C229A42B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432" y="2398080"/>
            <a:ext cx="2944817" cy="3471013"/>
          </a:xfrm>
        </p:spPr>
        <p:txBody>
          <a:bodyPr>
            <a:normAutofit/>
          </a:bodyPr>
          <a:lstStyle/>
          <a:p>
            <a:r>
              <a:rPr lang="es-ES"/>
              <a:t>Es una instrucción que permite terminar con un </a:t>
            </a:r>
            <a:r>
              <a:rPr lang="es-ES" err="1"/>
              <a:t>for</a:t>
            </a:r>
            <a:r>
              <a:rPr lang="es-ES"/>
              <a:t> o un </a:t>
            </a:r>
            <a:r>
              <a:rPr lang="es-ES" err="1"/>
              <a:t>while</a:t>
            </a:r>
            <a:r>
              <a:rPr lang="es-ES"/>
              <a:t>, sin importar la condición. La utilidad es que puede servir para crear condiciones adicionales.</a:t>
            </a:r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A1CB6FD-7C86-9667-6009-772EB4009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446" y="1829215"/>
            <a:ext cx="6905511" cy="2675885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E5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45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DC1A-6045-17E2-6EDD-50C40FEC5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n-US" dirty="0" err="1"/>
              <a:t>Manejo</a:t>
            </a:r>
            <a:r>
              <a:rPr lang="en-US" dirty="0"/>
              <a:t> de </a:t>
            </a:r>
            <a:r>
              <a:rPr lang="en-US" dirty="0" err="1"/>
              <a:t>archivos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D2767-C243-3E7C-4D5B-39E139A13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Bach. Daniel Pérez Morera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625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D8F90-21A7-E50D-9BFC-DB988652E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EBADC-188C-34DB-6A18-D5EE13CDD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4404360" cy="2111477"/>
          </a:xfrm>
        </p:spPr>
        <p:txBody>
          <a:bodyPr>
            <a:normAutofit/>
          </a:bodyPr>
          <a:lstStyle/>
          <a:p>
            <a:r>
              <a:rPr lang="es-ES" sz="4000" b="1" dirty="0"/>
              <a:t>Archivos en Python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34AFE-0D8A-BD0D-9EAF-B90E4DC0A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432" y="2398080"/>
            <a:ext cx="5212080" cy="3471013"/>
          </a:xfrm>
        </p:spPr>
        <p:txBody>
          <a:bodyPr>
            <a:normAutofit/>
          </a:bodyPr>
          <a:lstStyle/>
          <a:p>
            <a:r>
              <a:rPr lang="es-ES" dirty="0"/>
              <a:t>Así como para usar una variable debemos declararla, para utilizar un archivo en Python debemos </a:t>
            </a:r>
            <a:r>
              <a:rPr lang="es-ES" b="1" dirty="0"/>
              <a:t>abrirlo.  </a:t>
            </a:r>
            <a:r>
              <a:rPr lang="es-ES" dirty="0"/>
              <a:t>Una vez que terminamos de usarlo, debemos </a:t>
            </a:r>
            <a:r>
              <a:rPr lang="es-ES" b="1" dirty="0"/>
              <a:t>cerrarlo. </a:t>
            </a:r>
            <a:r>
              <a:rPr lang="es-ES" dirty="0"/>
              <a:t>Una vez que está abierto, podemos </a:t>
            </a:r>
            <a:r>
              <a:rPr lang="es-ES" b="1" dirty="0"/>
              <a:t>leer </a:t>
            </a:r>
            <a:r>
              <a:rPr lang="es-ES" dirty="0"/>
              <a:t>o</a:t>
            </a:r>
            <a:r>
              <a:rPr lang="es-ES" b="1" dirty="0"/>
              <a:t> escribir</a:t>
            </a:r>
            <a:r>
              <a:rPr lang="es-ES" dirty="0"/>
              <a:t> dentro del archivo.</a:t>
            </a:r>
          </a:p>
          <a:p>
            <a:r>
              <a:rPr lang="es-ES" dirty="0"/>
              <a:t>Hay 4 modos de abrir archivos en Python: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1D51F32-0045-40E7-85D1-792AAFCDC3E9}"/>
              </a:ext>
            </a:extLst>
          </p:cNvPr>
          <p:cNvGraphicFramePr>
            <a:graphicFrameLocks noGrp="1"/>
          </p:cNvGraphicFramePr>
          <p:nvPr/>
        </p:nvGraphicFramePr>
        <p:xfrm>
          <a:off x="6598920" y="2002498"/>
          <a:ext cx="5212080" cy="292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6399">
                  <a:extLst>
                    <a:ext uri="{9D8B030D-6E8A-4147-A177-3AD203B41FA5}">
                      <a16:colId xmlns:a16="http://schemas.microsoft.com/office/drawing/2014/main" val="3908517925"/>
                    </a:ext>
                  </a:extLst>
                </a:gridCol>
                <a:gridCol w="4055681">
                  <a:extLst>
                    <a:ext uri="{9D8B030D-6E8A-4147-A177-3AD203B41FA5}">
                      <a16:colId xmlns:a16="http://schemas.microsoft.com/office/drawing/2014/main" val="2472338496"/>
                    </a:ext>
                  </a:extLst>
                </a:gridCol>
              </a:tblGrid>
              <a:tr h="410394">
                <a:tc>
                  <a:txBody>
                    <a:bodyPr/>
                    <a:lstStyle/>
                    <a:p>
                      <a:r>
                        <a:rPr lang="en-US" sz="2000" dirty="0"/>
                        <a:t>Modo</a:t>
                      </a:r>
                    </a:p>
                  </a:txBody>
                  <a:tcPr marL="158041" marR="158041" marT="79020" marB="790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Significado</a:t>
                      </a:r>
                      <a:endParaRPr lang="en-US" sz="20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8041" marR="158041" marT="79020" marB="79020"/>
                </a:tc>
                <a:extLst>
                  <a:ext uri="{0D108BD9-81ED-4DB2-BD59-A6C34878D82A}">
                    <a16:rowId xmlns:a16="http://schemas.microsoft.com/office/drawing/2014/main" val="2176040431"/>
                  </a:ext>
                </a:extLst>
              </a:tr>
              <a:tr h="410394">
                <a:tc>
                  <a:txBody>
                    <a:bodyPr/>
                    <a:lstStyle/>
                    <a:p>
                      <a:r>
                        <a:rPr lang="es-CR" sz="2000"/>
                        <a:t>r</a:t>
                      </a:r>
                      <a:endParaRPr lang="en-US" sz="2000"/>
                    </a:p>
                  </a:txBody>
                  <a:tcPr marL="158041" marR="158041" marT="79020" marB="790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Solo lectura</a:t>
                      </a:r>
                    </a:p>
                  </a:txBody>
                  <a:tcPr marL="158041" marR="158041" marT="79020" marB="79020"/>
                </a:tc>
                <a:extLst>
                  <a:ext uri="{0D108BD9-81ED-4DB2-BD59-A6C34878D82A}">
                    <a16:rowId xmlns:a16="http://schemas.microsoft.com/office/drawing/2014/main" val="1310935982"/>
                  </a:ext>
                </a:extLst>
              </a:tr>
              <a:tr h="717916">
                <a:tc>
                  <a:txBody>
                    <a:bodyPr/>
                    <a:lstStyle/>
                    <a:p>
                      <a:r>
                        <a:rPr lang="es-CR" sz="2000"/>
                        <a:t>w</a:t>
                      </a:r>
                      <a:endParaRPr lang="en-US" sz="2000"/>
                    </a:p>
                  </a:txBody>
                  <a:tcPr marL="158041" marR="158041" marT="79020" marB="790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Solo escritura, borrando los contenidos previos</a:t>
                      </a:r>
                    </a:p>
                  </a:txBody>
                  <a:tcPr marL="158041" marR="158041" marT="79020" marB="79020"/>
                </a:tc>
                <a:extLst>
                  <a:ext uri="{0D108BD9-81ED-4DB2-BD59-A6C34878D82A}">
                    <a16:rowId xmlns:a16="http://schemas.microsoft.com/office/drawing/2014/main" val="61381167"/>
                  </a:ext>
                </a:extLst>
              </a:tr>
              <a:tr h="717916">
                <a:tc>
                  <a:txBody>
                    <a:bodyPr/>
                    <a:lstStyle/>
                    <a:p>
                      <a:r>
                        <a:rPr lang="es-CR" sz="2000"/>
                        <a:t>a</a:t>
                      </a:r>
                      <a:endParaRPr lang="en-US" sz="2000"/>
                    </a:p>
                  </a:txBody>
                  <a:tcPr marL="158041" marR="158041" marT="79020" marB="790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Solo escritura, empezando a escribir al final del archivo</a:t>
                      </a:r>
                    </a:p>
                  </a:txBody>
                  <a:tcPr marL="158041" marR="158041" marT="79020" marB="79020"/>
                </a:tc>
                <a:extLst>
                  <a:ext uri="{0D108BD9-81ED-4DB2-BD59-A6C34878D82A}">
                    <a16:rowId xmlns:a16="http://schemas.microsoft.com/office/drawing/2014/main" val="194332690"/>
                  </a:ext>
                </a:extLst>
              </a:tr>
              <a:tr h="410394">
                <a:tc>
                  <a:txBody>
                    <a:bodyPr/>
                    <a:lstStyle/>
                    <a:p>
                      <a:r>
                        <a:rPr lang="en-US" sz="2000"/>
                        <a:t>r+</a:t>
                      </a:r>
                    </a:p>
                  </a:txBody>
                  <a:tcPr marL="158041" marR="158041" marT="79020" marB="790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Lectura y </a:t>
                      </a:r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escritura</a:t>
                      </a:r>
                      <a:endParaRPr lang="en-US" sz="2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8041" marR="158041" marT="79020" marB="79020"/>
                </a:tc>
                <a:extLst>
                  <a:ext uri="{0D108BD9-81ED-4DB2-BD59-A6C34878D82A}">
                    <a16:rowId xmlns:a16="http://schemas.microsoft.com/office/drawing/2014/main" val="2241017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6744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DD8ECF-0786-8280-AEA1-619B46617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63" y="992274"/>
            <a:ext cx="4937760" cy="736282"/>
          </a:xfrm>
        </p:spPr>
        <p:txBody>
          <a:bodyPr>
            <a:normAutofit fontScale="92500"/>
          </a:bodyPr>
          <a:lstStyle/>
          <a:p>
            <a:r>
              <a:rPr lang="es-ES" sz="3200" dirty="0"/>
              <a:t>Abrir y cerrar un archivo</a:t>
            </a:r>
            <a:endParaRPr lang="en-US" sz="320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4D4D08C-7BE6-220D-57E4-5EECBACF09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7920" y="965798"/>
            <a:ext cx="4937760" cy="736282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r>
              <a:rPr lang="en-US" sz="3200" dirty="0"/>
              <a:t>Leer un </a:t>
            </a:r>
            <a:r>
              <a:rPr lang="en-US" sz="3200" dirty="0" err="1"/>
              <a:t>archivo</a:t>
            </a:r>
            <a:endParaRPr lang="en-US" sz="3200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40E83E23-E8AF-E068-8FE0-15DBAF9AF2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96963" y="3567431"/>
            <a:ext cx="4938712" cy="1316989"/>
          </a:xfrm>
          <a:prstGeom prst="rect">
            <a:avLst/>
          </a:prstGeom>
        </p:spPr>
      </p:pic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D8D7C22A-717D-BC44-413F-91DE7D356A9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683774" y="2582863"/>
            <a:ext cx="4006053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01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0DC3F-6593-DFBC-C42E-6D1AB5E2D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359026-D769-CF4B-2261-074EA8CE6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63" y="992274"/>
            <a:ext cx="4937760" cy="736282"/>
          </a:xfrm>
        </p:spPr>
        <p:txBody>
          <a:bodyPr>
            <a:normAutofit/>
          </a:bodyPr>
          <a:lstStyle/>
          <a:p>
            <a:r>
              <a:rPr lang="es-ES" sz="3200" dirty="0"/>
              <a:t>Escribir un archivo</a:t>
            </a:r>
            <a:endParaRPr lang="en-US" sz="320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4B36A56-9AE7-D819-15B1-B2A586380B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7920" y="965798"/>
            <a:ext cx="4937760" cy="7362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 err="1"/>
              <a:t>Movimiento</a:t>
            </a:r>
            <a:endParaRPr lang="en-US" sz="3200" dirty="0"/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3371806D-F617-B36F-0195-FDC1CEC7F0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96963" y="3137977"/>
            <a:ext cx="4938712" cy="2175896"/>
          </a:xfrm>
          <a:prstGeom prst="rect">
            <a:avLst/>
          </a:prstGeom>
        </p:spPr>
      </p:pic>
      <p:pic>
        <p:nvPicPr>
          <p:cNvPr id="15" name="Marcador de contenido 14">
            <a:extLst>
              <a:ext uri="{FF2B5EF4-FFF2-40B4-BE49-F238E27FC236}">
                <a16:creationId xmlns:a16="http://schemas.microsoft.com/office/drawing/2014/main" id="{343FB38B-A900-4AFB-13BA-E904C718EE5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18238" y="2997058"/>
            <a:ext cx="4937125" cy="245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85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E28CC-B2EC-079B-CDB1-5FB160F48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7ED530-7881-72D8-E920-B51047534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49FDF-B7C2-025A-0237-EE1D78059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9BC924-3AC9-458C-554D-6FC5A210C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 b="1" dirty="0">
                <a:solidFill>
                  <a:srgbClr val="FFFFFF"/>
                </a:solidFill>
              </a:rPr>
              <a:t>Caracteres especiales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F1D3F9-3DA6-A393-F965-851562FB9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63AE6C7-DBBA-24E4-112B-808DA593CAC5}"/>
              </a:ext>
            </a:extLst>
          </p:cNvPr>
          <p:cNvGraphicFramePr>
            <a:graphicFrameLocks noGrp="1"/>
          </p:cNvGraphicFramePr>
          <p:nvPr/>
        </p:nvGraphicFramePr>
        <p:xfrm>
          <a:off x="5376306" y="2057400"/>
          <a:ext cx="553778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914">
                  <a:extLst>
                    <a:ext uri="{9D8B030D-6E8A-4147-A177-3AD203B41FA5}">
                      <a16:colId xmlns:a16="http://schemas.microsoft.com/office/drawing/2014/main" val="3998904712"/>
                    </a:ext>
                  </a:extLst>
                </a:gridCol>
                <a:gridCol w="3622868">
                  <a:extLst>
                    <a:ext uri="{9D8B030D-6E8A-4147-A177-3AD203B41FA5}">
                      <a16:colId xmlns:a16="http://schemas.microsoft.com/office/drawing/2014/main" val="1993605679"/>
                    </a:ext>
                  </a:extLst>
                </a:gridCol>
              </a:tblGrid>
              <a:tr h="375356">
                <a:tc>
                  <a:txBody>
                    <a:bodyPr/>
                    <a:lstStyle/>
                    <a:p>
                      <a:r>
                        <a:rPr lang="en-US" sz="2400" b="1" dirty="0"/>
                        <a:t>C</a:t>
                      </a:r>
                      <a:r>
                        <a:rPr lang="es-CR" sz="2400" b="1" dirty="0"/>
                        <a:t>ódigo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2400" dirty="0"/>
                        <a:t>Significado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311973"/>
                  </a:ext>
                </a:extLst>
              </a:tr>
              <a:tr h="375356">
                <a:tc>
                  <a:txBody>
                    <a:bodyPr/>
                    <a:lstStyle/>
                    <a:p>
                      <a:r>
                        <a:rPr lang="en-US" sz="2400" dirty="0"/>
                        <a:t>\</a:t>
                      </a:r>
                      <a:r>
                        <a:rPr lang="es-CR" sz="2400" dirty="0"/>
                        <a:t>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2400" dirty="0"/>
                        <a:t>Nueva línea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635659"/>
                  </a:ext>
                </a:extLst>
              </a:tr>
              <a:tr h="375356">
                <a:tc>
                  <a:txBody>
                    <a:bodyPr/>
                    <a:lstStyle/>
                    <a:p>
                      <a:r>
                        <a:rPr lang="en-US" sz="2400" dirty="0"/>
                        <a:t>\t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Tabulaci</a:t>
                      </a:r>
                      <a:r>
                        <a:rPr lang="es-CR" sz="2400" dirty="0" err="1"/>
                        <a:t>ón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431887"/>
                  </a:ext>
                </a:extLst>
              </a:tr>
              <a:tr h="375356">
                <a:tc>
                  <a:txBody>
                    <a:bodyPr/>
                    <a:lstStyle/>
                    <a:p>
                      <a:r>
                        <a:rPr lang="en-US" sz="2400" dirty="0"/>
                        <a:t>\”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Comilla simple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29714"/>
                  </a:ext>
                </a:extLst>
              </a:tr>
              <a:tr h="375356">
                <a:tc>
                  <a:txBody>
                    <a:bodyPr/>
                    <a:lstStyle/>
                    <a:p>
                      <a:r>
                        <a:rPr lang="en-US" sz="2400" dirty="0"/>
                        <a:t>\’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Comilla doble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749489"/>
                  </a:ext>
                </a:extLst>
              </a:tr>
              <a:tr h="375356">
                <a:tc>
                  <a:txBody>
                    <a:bodyPr/>
                    <a:lstStyle/>
                    <a:p>
                      <a:r>
                        <a:rPr lang="en-US" sz="2400" dirty="0"/>
                        <a:t>\\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Barra </a:t>
                      </a:r>
                      <a:r>
                        <a:rPr lang="en-US" sz="2400" dirty="0" err="1"/>
                        <a:t>inclinada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inversa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477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522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DC1A-6045-17E2-6EDD-50C40FEC5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n-US" dirty="0" err="1"/>
              <a:t>Funciones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D2767-C243-3E7C-4D5B-39E139A13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Bach. Daniel Pérez Morera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411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870EEC-49BA-37A5-4319-12C2FCAE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46A98F-282E-11F4-DA36-25AB19304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ED6329-60CB-3B05-BBA1-03FE17909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8D5F50-45F2-687A-8A1A-F8244CF9B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 b="1" dirty="0">
                <a:solidFill>
                  <a:srgbClr val="FFFFFF"/>
                </a:solidFill>
              </a:rPr>
              <a:t>Creación de funciones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384353-5089-1358-2F19-3AB4BD382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C4F1C70-0F9B-B5EB-0CDB-73F701645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777" y="686313"/>
            <a:ext cx="5824713" cy="237587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99E4199-BDDA-F3C0-96F8-73B07A38E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777" y="3575076"/>
            <a:ext cx="5824713" cy="284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53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31AA4-995F-0FF6-1E82-B3D279451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47816CD-E30B-F5E2-92F6-CC74F21FF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309C62-0685-F11A-A491-E64F8CFB2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AAB4A5-3870-E59E-1F99-0C75A7ADF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 b="1" dirty="0">
                <a:solidFill>
                  <a:srgbClr val="FFFFFF"/>
                </a:solidFill>
              </a:rPr>
              <a:t>Uso de parámetros y argumentos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51B874-7BB8-50EB-6446-60224F524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94D1D2E-2C3D-4BD5-5D5A-37CD5BBA7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568" y="392035"/>
            <a:ext cx="5665126" cy="253439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B857805-F763-37E3-1567-C5516AC4B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569" y="3318468"/>
            <a:ext cx="5665125" cy="323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213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DC1A-6045-17E2-6EDD-50C40FEC5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s-CR" noProof="0" dirty="0"/>
              <a:t>Clases y Módulos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D2767-C243-3E7C-4D5B-39E139A13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noProof="0" dirty="0"/>
              <a:t>Bach. Daniel Pérez Morera</a:t>
            </a:r>
          </a:p>
        </p:txBody>
      </p:sp>
    </p:spTree>
    <p:extLst>
      <p:ext uri="{BB962C8B-B14F-4D97-AF65-F5344CB8AC3E}">
        <p14:creationId xmlns:p14="http://schemas.microsoft.com/office/powerpoint/2010/main" val="4071980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7FA7BE-958F-F38C-1E11-BC3427B3D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0D3A8A1-99B3-4DF1-C57B-4731DBC5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2D74C9-DA87-4A03-903E-C602A152D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5A4DE4-BEA1-97C1-C1F2-0B1F0DAB7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CR" sz="3600" b="1" noProof="0" dirty="0">
                <a:solidFill>
                  <a:srgbClr val="FFFFFF"/>
                </a:solidFill>
              </a:rPr>
              <a:t>Declaración de una Clase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891328-36EF-04DE-CAD2-5CFA7300F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AF40C28-FDA9-3C21-83F4-68185C524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980" y="1628775"/>
            <a:ext cx="710565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99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60CBAD-D95F-1304-326B-169AD5F4F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8240" y="988905"/>
            <a:ext cx="4937760" cy="736282"/>
          </a:xfrm>
        </p:spPr>
        <p:txBody>
          <a:bodyPr>
            <a:normAutofit/>
          </a:bodyPr>
          <a:lstStyle/>
          <a:p>
            <a:r>
              <a:rPr lang="en-US" sz="3000" dirty="0"/>
              <a:t>¿</a:t>
            </a:r>
            <a:r>
              <a:rPr lang="en-US" sz="3000" dirty="0" err="1"/>
              <a:t>Qué</a:t>
            </a:r>
            <a:r>
              <a:rPr lang="en-US" sz="3000" dirty="0"/>
              <a:t> es __</a:t>
            </a:r>
            <a:r>
              <a:rPr lang="en-US" sz="3000" dirty="0" err="1"/>
              <a:t>init</a:t>
            </a:r>
            <a:r>
              <a:rPr lang="en-US" sz="3000" dirty="0"/>
              <a:t>__?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0A6E6C-8B3C-3591-7F21-8CEB5C9D6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8240" y="2120219"/>
            <a:ext cx="4937760" cy="3286760"/>
          </a:xfrm>
        </p:spPr>
        <p:txBody>
          <a:bodyPr>
            <a:normAutofit/>
          </a:bodyPr>
          <a:lstStyle/>
          <a:p>
            <a:pPr lvl="1" algn="just">
              <a:lnSpc>
                <a:spcPct val="100000"/>
              </a:lnSpc>
            </a:pPr>
            <a:r>
              <a:rPr lang="es-ES" sz="2800" dirty="0"/>
              <a:t>__</a:t>
            </a:r>
            <a:r>
              <a:rPr lang="es-ES" sz="2800" dirty="0" err="1"/>
              <a:t>init</a:t>
            </a:r>
            <a:r>
              <a:rPr lang="es-ES" sz="2800" dirty="0"/>
              <a:t>__ es el constructor de la clase. </a:t>
            </a:r>
          </a:p>
          <a:p>
            <a:pPr lvl="1" algn="just">
              <a:lnSpc>
                <a:spcPct val="100000"/>
              </a:lnSpc>
            </a:pPr>
            <a:r>
              <a:rPr lang="es-ES" sz="2800" dirty="0"/>
              <a:t>Se ejecuta automáticamente al crear un objeto y permite inicializar atributos.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4602828-D8B7-E075-4052-F4F10CD0D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35040" y="988905"/>
            <a:ext cx="4937760" cy="736282"/>
          </a:xfrm>
        </p:spPr>
        <p:txBody>
          <a:bodyPr/>
          <a:lstStyle/>
          <a:p>
            <a:r>
              <a:rPr lang="en-US" sz="3000" dirty="0" err="1"/>
              <a:t>Atributos</a:t>
            </a:r>
            <a:r>
              <a:rPr lang="en-US" sz="3000" dirty="0"/>
              <a:t> y </a:t>
            </a:r>
            <a:r>
              <a:rPr lang="en-US" sz="3000" dirty="0" err="1"/>
              <a:t>Métodos</a:t>
            </a:r>
            <a:endParaRPr lang="en-US" sz="3000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C13F764-F738-847F-B987-D9A2D9A30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6410" y="1972734"/>
            <a:ext cx="4937760" cy="3286760"/>
          </a:xfrm>
        </p:spPr>
        <p:txBody>
          <a:bodyPr>
            <a:normAutofit/>
          </a:bodyPr>
          <a:lstStyle/>
          <a:p>
            <a:pPr lvl="1" algn="just"/>
            <a:r>
              <a:rPr lang="es-CR" sz="2800" dirty="0"/>
              <a:t>Los </a:t>
            </a:r>
            <a:r>
              <a:rPr lang="es-CR" sz="2800" b="1" dirty="0"/>
              <a:t>atributos</a:t>
            </a:r>
            <a:r>
              <a:rPr lang="es-CR" sz="2800" dirty="0"/>
              <a:t> almacenan datos del objeto.</a:t>
            </a:r>
          </a:p>
          <a:p>
            <a:pPr marL="201168" lvl="1" indent="0" algn="just">
              <a:buNone/>
            </a:pPr>
            <a:endParaRPr lang="es-CR" sz="2800" dirty="0"/>
          </a:p>
          <a:p>
            <a:pPr lvl="1" algn="just"/>
            <a:r>
              <a:rPr lang="es-CR" sz="2800" dirty="0"/>
              <a:t>Los </a:t>
            </a:r>
            <a:r>
              <a:rPr lang="es-CR" sz="2800" b="1" dirty="0"/>
              <a:t>métodos</a:t>
            </a:r>
            <a:r>
              <a:rPr lang="es-CR" sz="2800" dirty="0"/>
              <a:t> definen comportamientos o acciones que puede realizar.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27555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072C45-8141-FF0D-8B9F-5EF341938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CC74F61-2AB0-E2C6-E290-F50F11E7B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BBE5B3-7580-EC8C-7F58-47D672169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E82927-50FE-12F4-AB09-A9EB81F08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605896"/>
            <a:ext cx="3494429" cy="5646208"/>
          </a:xfrm>
        </p:spPr>
        <p:txBody>
          <a:bodyPr anchor="ctr">
            <a:normAutofit/>
          </a:bodyPr>
          <a:lstStyle/>
          <a:p>
            <a:r>
              <a:rPr lang="es-CR" sz="3600" b="1" noProof="0" dirty="0">
                <a:solidFill>
                  <a:srgbClr val="FFFFFF"/>
                </a:solidFill>
              </a:rPr>
              <a:t>Creación de Objetos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BA6383-E186-A981-8EA0-79C6F6116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8612346-7F6D-286E-3772-97C0B5D15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197" y="2152650"/>
            <a:ext cx="60960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24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66C8F-62C1-96CF-3218-9044F94BB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7B61F-F55E-4D8A-40BA-6F36C454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2961800" cy="211147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noProof="0"/>
              <a:t>¿Qué es un Módulo?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FCE1C2-0B85-685A-7F2C-ED179EDA0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432" y="2398080"/>
            <a:ext cx="2944817" cy="347101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cap="all" spc="200" noProof="0">
                <a:latin typeface="+mj-lt"/>
              </a:rPr>
              <a:t>Un módulo es un archivo .py que contiene funciones, clases o variables reutilizables.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6B2296C-7873-7F91-6D78-1A722D08F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446" y="1130032"/>
            <a:ext cx="6905511" cy="4074251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E5B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58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E17E8-EF35-FB7B-FD58-C47EEBE23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b="1" noProof="0"/>
              <a:t>Actividad 1:</a:t>
            </a:r>
            <a:r>
              <a:rPr lang="es-CR" noProof="0"/>
              <a:t> </a:t>
            </a:r>
            <a:r>
              <a:rPr lang="es-CR" noProof="0" dirty="0"/>
              <a:t>Registro </a:t>
            </a:r>
            <a:r>
              <a:rPr lang="es-CR" noProof="0"/>
              <a:t>de Libros</a:t>
            </a:r>
            <a:endParaRPr lang="es-C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4FB23-DAA6-14D7-0050-88F3EA357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27601" cy="4023359"/>
          </a:xfrm>
        </p:spPr>
        <p:txBody>
          <a:bodyPr>
            <a:normAutofit lnSpcReduction="10000"/>
          </a:bodyPr>
          <a:lstStyle/>
          <a:p>
            <a:r>
              <a:rPr lang="es-CR" noProof="0" dirty="0"/>
              <a:t>Desarrolle </a:t>
            </a:r>
            <a:r>
              <a:rPr lang="es-CR" sz="1800" noProof="0" dirty="0"/>
              <a:t>un programa en Python que permita gestionar un catálogo de libros aplicando los conceptos de clases, objetos y módulos.</a:t>
            </a:r>
          </a:p>
          <a:p>
            <a:r>
              <a:rPr lang="es-CR" sz="1800" b="1" noProof="0" dirty="0"/>
              <a:t>Requisitos</a:t>
            </a:r>
          </a:p>
          <a:p>
            <a:r>
              <a:rPr lang="es-CR" sz="1800" noProof="0" dirty="0"/>
              <a:t>El programa debe permitir:</a:t>
            </a:r>
          </a:p>
          <a:p>
            <a:pPr marL="749808" lvl="1" indent="-457200"/>
            <a:r>
              <a:rPr lang="es-CR" noProof="0" dirty="0"/>
              <a:t>Registrar la información de varios libros.</a:t>
            </a:r>
          </a:p>
          <a:p>
            <a:pPr marL="749808" lvl="1" indent="-457200"/>
            <a:r>
              <a:rPr lang="es-CR" noProof="0" dirty="0"/>
              <a:t>Crear una clase llamada Libro para representar cada libro.</a:t>
            </a:r>
          </a:p>
          <a:p>
            <a:pPr marL="749808" lvl="1" indent="-457200"/>
            <a:r>
              <a:rPr lang="es-CR" noProof="0" dirty="0"/>
              <a:t>Solicitar y almacenar la siguiente información:</a:t>
            </a:r>
          </a:p>
          <a:p>
            <a:pPr marL="932688" lvl="2" indent="-457200"/>
            <a:r>
              <a:rPr lang="es-CR" sz="1800" noProof="0" dirty="0"/>
              <a:t>Título</a:t>
            </a:r>
          </a:p>
          <a:p>
            <a:pPr marL="932688" lvl="2" indent="-457200"/>
            <a:r>
              <a:rPr lang="es-CR" sz="1800" noProof="0" dirty="0"/>
              <a:t>Autor</a:t>
            </a:r>
          </a:p>
          <a:p>
            <a:pPr marL="932688" lvl="2" indent="-457200"/>
            <a:r>
              <a:rPr lang="es-CR" sz="1800" noProof="0" dirty="0"/>
              <a:t>Año de publicación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687C0E-691B-B645-B7C4-6B3824BDED19}"/>
              </a:ext>
            </a:extLst>
          </p:cNvPr>
          <p:cNvSpPr txBox="1">
            <a:spLocks/>
          </p:cNvSpPr>
          <p:nvPr/>
        </p:nvSpPr>
        <p:spPr>
          <a:xfrm>
            <a:off x="6167120" y="1845733"/>
            <a:ext cx="4927601" cy="402335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508" marR="0" lvl="1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1CADE4"/>
              </a:buClr>
              <a:buSzTx/>
              <a:buFont typeface="Calibri" pitchFamily="34" charset="0"/>
              <a:buChar char="◦"/>
              <a:tabLst/>
              <a:defRPr/>
            </a:pPr>
            <a:r>
              <a:rPr kumimoji="0" lang="es-C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Implementar un método que permita mostrar la información de un libro.</a:t>
            </a:r>
          </a:p>
          <a:p>
            <a:pPr marL="635508" marR="0" lvl="1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1CADE4"/>
              </a:buClr>
              <a:buSzTx/>
              <a:buFont typeface="Calibri" pitchFamily="34" charset="0"/>
              <a:buChar char="◦"/>
              <a:tabLst/>
              <a:defRPr/>
            </a:pPr>
            <a:r>
              <a:rPr kumimoji="0" lang="es-C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Ubicar la clase Libro dentro de una carpeta llamada entidades.</a:t>
            </a:r>
          </a:p>
          <a:p>
            <a:pPr marL="635508" marR="0" lvl="1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1CADE4"/>
              </a:buClr>
              <a:buSzTx/>
              <a:buFont typeface="Calibri" pitchFamily="34" charset="0"/>
              <a:buChar char="◦"/>
              <a:tabLst/>
              <a:defRPr/>
            </a:pPr>
            <a:r>
              <a:rPr kumimoji="0" lang="es-C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Crear el archivo __init__.py dentro de la carpeta entidades.</a:t>
            </a:r>
          </a:p>
          <a:p>
            <a:pPr marL="635508" marR="0" lvl="1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1CADE4"/>
              </a:buClr>
              <a:buSzTx/>
              <a:buFont typeface="Calibri" pitchFamily="34" charset="0"/>
              <a:buChar char="◦"/>
              <a:tabLst/>
              <a:defRPr/>
            </a:pPr>
            <a:r>
              <a:rPr kumimoji="0" lang="es-C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Importar la clase Libro desde el archivo principal del programa.</a:t>
            </a:r>
          </a:p>
          <a:p>
            <a:pPr marL="635508" marR="0" lvl="1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1CADE4"/>
              </a:buClr>
              <a:buSzTx/>
              <a:buFont typeface="Calibri" pitchFamily="34" charset="0"/>
              <a:buChar char="◦"/>
              <a:tabLst/>
              <a:defRPr/>
            </a:pPr>
            <a:r>
              <a:rPr kumimoji="0" lang="es-C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Crear al menos tres objetos de la clase Libro.</a:t>
            </a:r>
          </a:p>
          <a:p>
            <a:pPr marL="635508" marR="0" lvl="1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1CADE4"/>
              </a:buClr>
              <a:buSzTx/>
              <a:buFont typeface="Calibri" pitchFamily="34" charset="0"/>
              <a:buChar char="◦"/>
              <a:tabLst/>
              <a:defRPr/>
            </a:pPr>
            <a:r>
              <a:rPr kumimoji="0" lang="es-C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Mostrar la información de todos los libros registrados.</a:t>
            </a:r>
          </a:p>
        </p:txBody>
      </p:sp>
    </p:spTree>
    <p:extLst>
      <p:ext uri="{BB962C8B-B14F-4D97-AF65-F5344CB8AC3E}">
        <p14:creationId xmlns:p14="http://schemas.microsoft.com/office/powerpoint/2010/main" val="110003299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282</TotalTime>
  <Words>683</Words>
  <Application>Microsoft Office PowerPoint</Application>
  <PresentationFormat>Panorámica</PresentationFormat>
  <Paragraphs>150</Paragraphs>
  <Slides>23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Lato</vt:lpstr>
      <vt:lpstr>Retrospect</vt:lpstr>
      <vt:lpstr>Manejo de datos</vt:lpstr>
      <vt:lpstr>Variables</vt:lpstr>
      <vt:lpstr>Operadores Aritméticos</vt:lpstr>
      <vt:lpstr>Operadores Lógicos</vt:lpstr>
      <vt:lpstr>Entrada y salida básica</vt:lpstr>
      <vt:lpstr>Estructuras de control</vt:lpstr>
      <vt:lpstr>Presentación de PowerPoint</vt:lpstr>
      <vt:lpstr>Presentación de PowerPoint</vt:lpstr>
      <vt:lpstr>Break</vt:lpstr>
      <vt:lpstr>Manejo de archivos</vt:lpstr>
      <vt:lpstr>Archivos en Python</vt:lpstr>
      <vt:lpstr>Presentación de PowerPoint</vt:lpstr>
      <vt:lpstr>Presentación de PowerPoint</vt:lpstr>
      <vt:lpstr>Caracteres especiales</vt:lpstr>
      <vt:lpstr>Funciones</vt:lpstr>
      <vt:lpstr>Creación de funciones</vt:lpstr>
      <vt:lpstr>Uso de parámetros y argumentos</vt:lpstr>
      <vt:lpstr>Clases y Módulos</vt:lpstr>
      <vt:lpstr>Declaración de una Clase</vt:lpstr>
      <vt:lpstr>Presentación de PowerPoint</vt:lpstr>
      <vt:lpstr>Creación de Objetos</vt:lpstr>
      <vt:lpstr>¿Qué es un Módulo?</vt:lpstr>
      <vt:lpstr>Actividad 1: Registro de Libros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ALBERTO PEREZ MORERA</dc:creator>
  <cp:lastModifiedBy>DANIEL ALBERTO PEREZ MORERA</cp:lastModifiedBy>
  <cp:revision>1</cp:revision>
  <dcterms:created xsi:type="dcterms:W3CDTF">2026-04-05T22:36:33Z</dcterms:created>
  <dcterms:modified xsi:type="dcterms:W3CDTF">2026-07-16T06:07:26Z</dcterms:modified>
</cp:coreProperties>
</file>